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425" r:id="rId5"/>
    <p:sldId id="427" r:id="rId6"/>
    <p:sldId id="429" r:id="rId7"/>
    <p:sldId id="428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E2D5F1"/>
    <a:srgbClr val="FFCCFF"/>
    <a:srgbClr val="D6EEEC"/>
    <a:srgbClr val="FAF5D2"/>
    <a:srgbClr val="F4EF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37A7B-BD24-4E60-8E5E-F8C6CB5A5A4D}" v="724" dt="2026-09-19T13:30:43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 kyoung kim" userId="4e9d86219d50bc53" providerId="LiveId" clId="{651C0831-5F2F-4604-BB3F-28723B678C9E}"/>
    <pc:docChg chg="undo custSel addSld delSld modSld sldOrd">
      <pc:chgData name="do kyoung kim" userId="4e9d86219d50bc53" providerId="LiveId" clId="{651C0831-5F2F-4604-BB3F-28723B678C9E}" dt="2026-09-19T13:30:46.648" v="3988" actId="404"/>
      <pc:docMkLst>
        <pc:docMk/>
      </pc:docMkLst>
      <pc:sldChg chg="modSp mod">
        <pc:chgData name="do kyoung kim" userId="4e9d86219d50bc53" providerId="LiveId" clId="{651C0831-5F2F-4604-BB3F-28723B678C9E}" dt="2026-09-19T09:43:56.781" v="480" actId="113"/>
        <pc:sldMkLst>
          <pc:docMk/>
          <pc:sldMk cId="3131554804" sldId="256"/>
        </pc:sldMkLst>
        <pc:spChg chg="mod">
          <ac:chgData name="do kyoung kim" userId="4e9d86219d50bc53" providerId="LiveId" clId="{651C0831-5F2F-4604-BB3F-28723B678C9E}" dt="2026-09-19T09:43:56.781" v="480" actId="113"/>
          <ac:spMkLst>
            <pc:docMk/>
            <pc:sldMk cId="3131554804" sldId="256"/>
            <ac:spMk id="2" creationId="{D447A015-A29C-F4B3-CD95-EF3CF5C8E840}"/>
          </ac:spMkLst>
        </pc:spChg>
        <pc:spChg chg="mod">
          <ac:chgData name="do kyoung kim" userId="4e9d86219d50bc53" providerId="LiveId" clId="{651C0831-5F2F-4604-BB3F-28723B678C9E}" dt="2026-09-19T07:18:19.004" v="13" actId="242"/>
          <ac:spMkLst>
            <pc:docMk/>
            <pc:sldMk cId="3131554804" sldId="256"/>
            <ac:spMk id="3" creationId="{EB5F6B93-32E2-A087-B337-9115F050F834}"/>
          </ac:spMkLst>
        </pc:spChg>
      </pc:sldChg>
      <pc:sldChg chg="addSp delSp modSp new mod">
        <pc:chgData name="do kyoung kim" userId="4e9d86219d50bc53" providerId="LiveId" clId="{651C0831-5F2F-4604-BB3F-28723B678C9E}" dt="2026-09-19T12:30:11.308" v="3019" actId="20577"/>
        <pc:sldMkLst>
          <pc:docMk/>
          <pc:sldMk cId="3588961372" sldId="257"/>
        </pc:sldMkLst>
        <pc:spChg chg="del">
          <ac:chgData name="do kyoung kim" userId="4e9d86219d50bc53" providerId="LiveId" clId="{651C0831-5F2F-4604-BB3F-28723B678C9E}" dt="2026-09-19T07:18:25.682" v="15" actId="478"/>
          <ac:spMkLst>
            <pc:docMk/>
            <pc:sldMk cId="3588961372" sldId="257"/>
            <ac:spMk id="2" creationId="{ACDBAD49-5778-35B6-EA97-454BF6CBC80C}"/>
          </ac:spMkLst>
        </pc:spChg>
        <pc:spChg chg="del">
          <ac:chgData name="do kyoung kim" userId="4e9d86219d50bc53" providerId="LiveId" clId="{651C0831-5F2F-4604-BB3F-28723B678C9E}" dt="2026-09-19T07:18:25.682" v="15" actId="478"/>
          <ac:spMkLst>
            <pc:docMk/>
            <pc:sldMk cId="3588961372" sldId="257"/>
            <ac:spMk id="3" creationId="{3C638CB0-8438-F552-71CB-5D006E18AC30}"/>
          </ac:spMkLst>
        </pc:spChg>
        <pc:spChg chg="add mod">
          <ac:chgData name="do kyoung kim" userId="4e9d86219d50bc53" providerId="LiveId" clId="{651C0831-5F2F-4604-BB3F-28723B678C9E}" dt="2026-09-19T12:09:39.488" v="2055"/>
          <ac:spMkLst>
            <pc:docMk/>
            <pc:sldMk cId="3588961372" sldId="257"/>
            <ac:spMk id="3" creationId="{F4412EDB-FEFC-A036-2512-7CC5BCA3143F}"/>
          </ac:spMkLst>
        </pc:spChg>
        <pc:spChg chg="add mod">
          <ac:chgData name="do kyoung kim" userId="4e9d86219d50bc53" providerId="LiveId" clId="{651C0831-5F2F-4604-BB3F-28723B678C9E}" dt="2026-09-19T09:51:52.352" v="1150" actId="113"/>
          <ac:spMkLst>
            <pc:docMk/>
            <pc:sldMk cId="3588961372" sldId="257"/>
            <ac:spMk id="4" creationId="{1123C172-1D00-10A8-99D7-D49FD2DE5EC8}"/>
          </ac:spMkLst>
        </pc:spChg>
        <pc:spChg chg="add mod">
          <ac:chgData name="do kyoung kim" userId="4e9d86219d50bc53" providerId="LiveId" clId="{651C0831-5F2F-4604-BB3F-28723B678C9E}" dt="2026-09-19T12:30:11.308" v="3019" actId="20577"/>
          <ac:spMkLst>
            <pc:docMk/>
            <pc:sldMk cId="3588961372" sldId="257"/>
            <ac:spMk id="5" creationId="{0694D35F-C17F-172C-9BED-C3F67E3C20C6}"/>
          </ac:spMkLst>
        </pc:spChg>
      </pc:sldChg>
      <pc:sldChg chg="addSp delSp modSp add mod ord">
        <pc:chgData name="do kyoung kim" userId="4e9d86219d50bc53" providerId="LiveId" clId="{651C0831-5F2F-4604-BB3F-28723B678C9E}" dt="2026-09-19T12:59:32.182" v="3533"/>
        <pc:sldMkLst>
          <pc:docMk/>
          <pc:sldMk cId="120103142" sldId="258"/>
        </pc:sldMkLst>
        <pc:spChg chg="add mod">
          <ac:chgData name="do kyoung kim" userId="4e9d86219d50bc53" providerId="LiveId" clId="{651C0831-5F2F-4604-BB3F-28723B678C9E}" dt="2026-09-19T09:52:03.027" v="1154" actId="20577"/>
          <ac:spMkLst>
            <pc:docMk/>
            <pc:sldMk cId="120103142" sldId="258"/>
            <ac:spMk id="2" creationId="{5B6C305A-EC03-A696-67E7-C5833F42D9B5}"/>
          </ac:spMkLst>
        </pc:spChg>
        <pc:spChg chg="add mod">
          <ac:chgData name="do kyoung kim" userId="4e9d86219d50bc53" providerId="LiveId" clId="{651C0831-5F2F-4604-BB3F-28723B678C9E}" dt="2026-09-19T09:53:11.032" v="1167" actId="1076"/>
          <ac:spMkLst>
            <pc:docMk/>
            <pc:sldMk cId="120103142" sldId="258"/>
            <ac:spMk id="3" creationId="{785090C3-284D-C0F5-73DF-5E5B28E07D12}"/>
          </ac:spMkLst>
        </pc:spChg>
        <pc:spChg chg="mod">
          <ac:chgData name="do kyoung kim" userId="4e9d86219d50bc53" providerId="LiveId" clId="{651C0831-5F2F-4604-BB3F-28723B678C9E}" dt="2026-09-19T09:53:41.477" v="1185" actId="207"/>
          <ac:spMkLst>
            <pc:docMk/>
            <pc:sldMk cId="120103142" sldId="258"/>
            <ac:spMk id="4" creationId="{A2A769D4-65BF-6E17-8D25-865044ACC56D}"/>
          </ac:spMkLst>
        </pc:spChg>
        <pc:spChg chg="del">
          <ac:chgData name="do kyoung kim" userId="4e9d86219d50bc53" providerId="LiveId" clId="{651C0831-5F2F-4604-BB3F-28723B678C9E}" dt="2026-09-19T09:51:43.529" v="1145" actId="21"/>
          <ac:spMkLst>
            <pc:docMk/>
            <pc:sldMk cId="120103142" sldId="258"/>
            <ac:spMk id="5" creationId="{C73CC766-3E79-8B97-1BEC-B7384D960AC6}"/>
          </ac:spMkLst>
        </pc:spChg>
        <pc:spChg chg="add mod">
          <ac:chgData name="do kyoung kim" userId="4e9d86219d50bc53" providerId="LiveId" clId="{651C0831-5F2F-4604-BB3F-28723B678C9E}" dt="2026-09-19T09:54:54.106" v="1317" actId="20577"/>
          <ac:spMkLst>
            <pc:docMk/>
            <pc:sldMk cId="120103142" sldId="258"/>
            <ac:spMk id="6" creationId="{E9455D7B-779B-8F2C-4887-F5B0DF1008C4}"/>
          </ac:spMkLst>
        </pc:spChg>
        <pc:spChg chg="add del mod">
          <ac:chgData name="do kyoung kim" userId="4e9d86219d50bc53" providerId="LiveId" clId="{651C0831-5F2F-4604-BB3F-28723B678C9E}" dt="2026-09-19T11:48:09.298" v="1442" actId="478"/>
          <ac:spMkLst>
            <pc:docMk/>
            <pc:sldMk cId="120103142" sldId="258"/>
            <ac:spMk id="7" creationId="{82DF4D36-0AC2-8744-EA32-82035D556395}"/>
          </ac:spMkLst>
        </pc:spChg>
        <pc:spChg chg="add mod">
          <ac:chgData name="do kyoung kim" userId="4e9d86219d50bc53" providerId="LiveId" clId="{651C0831-5F2F-4604-BB3F-28723B678C9E}" dt="2026-09-19T11:54:12.062" v="1705" actId="1036"/>
          <ac:spMkLst>
            <pc:docMk/>
            <pc:sldMk cId="120103142" sldId="258"/>
            <ac:spMk id="8" creationId="{12C5BB85-22C3-D1A4-77BA-0425F9811029}"/>
          </ac:spMkLst>
        </pc:spChg>
        <pc:spChg chg="add mod">
          <ac:chgData name="do kyoung kim" userId="4e9d86219d50bc53" providerId="LiveId" clId="{651C0831-5F2F-4604-BB3F-28723B678C9E}" dt="2026-09-19T12:55:29.682" v="3071" actId="14100"/>
          <ac:spMkLst>
            <pc:docMk/>
            <pc:sldMk cId="120103142" sldId="258"/>
            <ac:spMk id="9" creationId="{D8D9886A-2DA3-74B6-AD65-E8FBAEF35DAA}"/>
          </ac:spMkLst>
        </pc:spChg>
        <pc:spChg chg="add mod">
          <ac:chgData name="do kyoung kim" userId="4e9d86219d50bc53" providerId="LiveId" clId="{651C0831-5F2F-4604-BB3F-28723B678C9E}" dt="2026-09-19T12:59:16.522" v="3509"/>
          <ac:spMkLst>
            <pc:docMk/>
            <pc:sldMk cId="120103142" sldId="258"/>
            <ac:spMk id="10" creationId="{402D6AFC-DD53-12FF-FA92-12C36579C5A7}"/>
          </ac:spMkLst>
        </pc:spChg>
        <pc:graphicFrameChg chg="add mod modGraphic">
          <ac:chgData name="do kyoung kim" userId="4e9d86219d50bc53" providerId="LiveId" clId="{651C0831-5F2F-4604-BB3F-28723B678C9E}" dt="2026-09-19T12:59:32.182" v="3533"/>
          <ac:graphicFrameMkLst>
            <pc:docMk/>
            <pc:sldMk cId="120103142" sldId="258"/>
            <ac:graphicFrameMk id="11" creationId="{36A858DE-3D18-491D-D764-23CD3529B744}"/>
          </ac:graphicFrameMkLst>
        </pc:graphicFrameChg>
      </pc:sldChg>
      <pc:sldChg chg="modSp add del mod">
        <pc:chgData name="do kyoung kim" userId="4e9d86219d50bc53" providerId="LiveId" clId="{651C0831-5F2F-4604-BB3F-28723B678C9E}" dt="2026-09-19T09:53:25.902" v="1180" actId="47"/>
        <pc:sldMkLst>
          <pc:docMk/>
          <pc:sldMk cId="1532455152" sldId="259"/>
        </pc:sldMkLst>
        <pc:spChg chg="mod">
          <ac:chgData name="do kyoung kim" userId="4e9d86219d50bc53" providerId="LiveId" clId="{651C0831-5F2F-4604-BB3F-28723B678C9E}" dt="2026-09-19T09:53:13.877" v="1169" actId="20577"/>
          <ac:spMkLst>
            <pc:docMk/>
            <pc:sldMk cId="1532455152" sldId="259"/>
            <ac:spMk id="4" creationId="{CDC71980-4A44-29DF-CE87-3CB4BA009DFF}"/>
          </ac:spMkLst>
        </pc:spChg>
      </pc:sldChg>
      <pc:sldChg chg="modSp add mod">
        <pc:chgData name="do kyoung kim" userId="4e9d86219d50bc53" providerId="LiveId" clId="{651C0831-5F2F-4604-BB3F-28723B678C9E}" dt="2026-09-19T09:55:05.359" v="1338" actId="20577"/>
        <pc:sldMkLst>
          <pc:docMk/>
          <pc:sldMk cId="3099232290" sldId="259"/>
        </pc:sldMkLst>
        <pc:spChg chg="mod">
          <ac:chgData name="do kyoung kim" userId="4e9d86219d50bc53" providerId="LiveId" clId="{651C0831-5F2F-4604-BB3F-28723B678C9E}" dt="2026-09-19T09:55:05.359" v="1338" actId="20577"/>
          <ac:spMkLst>
            <pc:docMk/>
            <pc:sldMk cId="3099232290" sldId="259"/>
            <ac:spMk id="4" creationId="{0011155F-4E62-EDCF-FD31-BDC86F2F838C}"/>
          </ac:spMkLst>
        </pc:spChg>
      </pc:sldChg>
      <pc:sldChg chg="modSp add mod">
        <pc:chgData name="do kyoung kim" userId="4e9d86219d50bc53" providerId="LiveId" clId="{651C0831-5F2F-4604-BB3F-28723B678C9E}" dt="2026-09-19T09:55:17.085" v="1365" actId="20577"/>
        <pc:sldMkLst>
          <pc:docMk/>
          <pc:sldMk cId="3218595969" sldId="260"/>
        </pc:sldMkLst>
        <pc:spChg chg="mod">
          <ac:chgData name="do kyoung kim" userId="4e9d86219d50bc53" providerId="LiveId" clId="{651C0831-5F2F-4604-BB3F-28723B678C9E}" dt="2026-09-19T09:55:17.085" v="1365" actId="20577"/>
          <ac:spMkLst>
            <pc:docMk/>
            <pc:sldMk cId="3218595969" sldId="260"/>
            <ac:spMk id="4" creationId="{66C516A6-57FF-D649-1B16-EC0956604B11}"/>
          </ac:spMkLst>
        </pc:spChg>
      </pc:sldChg>
      <pc:sldChg chg="modSp add mod">
        <pc:chgData name="do kyoung kim" userId="4e9d86219d50bc53" providerId="LiveId" clId="{651C0831-5F2F-4604-BB3F-28723B678C9E}" dt="2026-09-19T09:55:37.312" v="1409" actId="20577"/>
        <pc:sldMkLst>
          <pc:docMk/>
          <pc:sldMk cId="2620798786" sldId="261"/>
        </pc:sldMkLst>
        <pc:spChg chg="mod">
          <ac:chgData name="do kyoung kim" userId="4e9d86219d50bc53" providerId="LiveId" clId="{651C0831-5F2F-4604-BB3F-28723B678C9E}" dt="2026-09-19T09:55:37.312" v="1409" actId="20577"/>
          <ac:spMkLst>
            <pc:docMk/>
            <pc:sldMk cId="2620798786" sldId="261"/>
            <ac:spMk id="4" creationId="{E13487F1-ED1F-A4EE-A21C-E58E2D34167A}"/>
          </ac:spMkLst>
        </pc:spChg>
      </pc:sldChg>
      <pc:sldChg chg="modSp add mod">
        <pc:chgData name="do kyoung kim" userId="4e9d86219d50bc53" providerId="LiveId" clId="{651C0831-5F2F-4604-BB3F-28723B678C9E}" dt="2026-09-19T09:55:52.090" v="1436" actId="20577"/>
        <pc:sldMkLst>
          <pc:docMk/>
          <pc:sldMk cId="498772882" sldId="262"/>
        </pc:sldMkLst>
        <pc:spChg chg="mod">
          <ac:chgData name="do kyoung kim" userId="4e9d86219d50bc53" providerId="LiveId" clId="{651C0831-5F2F-4604-BB3F-28723B678C9E}" dt="2026-09-19T09:55:52.090" v="1436" actId="20577"/>
          <ac:spMkLst>
            <pc:docMk/>
            <pc:sldMk cId="498772882" sldId="262"/>
            <ac:spMk id="4" creationId="{66658368-1D43-2F85-C8DE-3D109EEDD741}"/>
          </ac:spMkLst>
        </pc:spChg>
      </pc:sldChg>
      <pc:sldChg chg="modSp add mod">
        <pc:chgData name="do kyoung kim" userId="4e9d86219d50bc53" providerId="LiveId" clId="{651C0831-5F2F-4604-BB3F-28723B678C9E}" dt="2026-09-19T09:56:46.397" v="1440"/>
        <pc:sldMkLst>
          <pc:docMk/>
          <pc:sldMk cId="2170433462" sldId="263"/>
        </pc:sldMkLst>
        <pc:spChg chg="mod">
          <ac:chgData name="do kyoung kim" userId="4e9d86219d50bc53" providerId="LiveId" clId="{651C0831-5F2F-4604-BB3F-28723B678C9E}" dt="2026-09-19T09:56:46.397" v="1440"/>
          <ac:spMkLst>
            <pc:docMk/>
            <pc:sldMk cId="2170433462" sldId="263"/>
            <ac:spMk id="4" creationId="{42021BBB-0CF0-2E55-BADE-ADA9663BD3D8}"/>
          </ac:spMkLst>
        </pc:spChg>
      </pc:sldChg>
      <pc:sldChg chg="delSp modSp add mod">
        <pc:chgData name="do kyoung kim" userId="4e9d86219d50bc53" providerId="LiveId" clId="{651C0831-5F2F-4604-BB3F-28723B678C9E}" dt="2026-09-19T13:30:46.648" v="3988" actId="404"/>
        <pc:sldMkLst>
          <pc:docMk/>
          <pc:sldMk cId="134993250" sldId="264"/>
        </pc:sldMkLst>
        <pc:spChg chg="del">
          <ac:chgData name="do kyoung kim" userId="4e9d86219d50bc53" providerId="LiveId" clId="{651C0831-5F2F-4604-BB3F-28723B678C9E}" dt="2026-09-19T12:16:22.768" v="2317" actId="478"/>
          <ac:spMkLst>
            <pc:docMk/>
            <pc:sldMk cId="134993250" sldId="264"/>
            <ac:spMk id="3" creationId="{E1A18151-0C14-F7FC-D395-132038A64A48}"/>
          </ac:spMkLst>
        </pc:spChg>
        <pc:spChg chg="mod">
          <ac:chgData name="do kyoung kim" userId="4e9d86219d50bc53" providerId="LiveId" clId="{651C0831-5F2F-4604-BB3F-28723B678C9E}" dt="2026-09-19T12:16:19.258" v="2316" actId="20577"/>
          <ac:spMkLst>
            <pc:docMk/>
            <pc:sldMk cId="134993250" sldId="264"/>
            <ac:spMk id="4" creationId="{51992BF3-4B6C-C77E-D264-8FA734D44425}"/>
          </ac:spMkLst>
        </pc:spChg>
        <pc:spChg chg="mod">
          <ac:chgData name="do kyoung kim" userId="4e9d86219d50bc53" providerId="LiveId" clId="{651C0831-5F2F-4604-BB3F-28723B678C9E}" dt="2026-09-19T13:30:46.648" v="3988" actId="404"/>
          <ac:spMkLst>
            <pc:docMk/>
            <pc:sldMk cId="134993250" sldId="264"/>
            <ac:spMk id="5" creationId="{7D54CF97-30DD-1044-5323-9CE335170E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12ABC-F2D2-4C5D-AA32-DF46804E25A2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3453D-663E-4264-89B5-AD04BC0FE5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8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72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55FE7-1604-4B7C-DDB5-958EE532B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5B7BE5-BBE9-771F-3237-7EA95EB4F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54667B-F817-3DAA-3C4B-A03996BA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90540-979A-DEE1-6E9F-DA7F6E8C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CC71D-3E52-D726-78E0-C9378C7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7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EE7B5-9FA0-48EA-5F17-1C957CD2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95E862-0643-1ED6-B27C-377F5FF4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5CF37F-58C2-AA91-220A-59BA11D8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AC8AB3-938D-3F76-900E-E80A2E12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AB283-1FBA-9D85-E187-A52A327D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B9EA3-756D-FE7F-41BD-962275B1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2098F3-4ED8-BCCB-886A-B3D1525C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44CD9-B334-C49B-8CF1-A9CCFA26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C69DE-B898-6B48-39E3-4216D4C7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1EBB1-CF14-D0EA-0046-F2089E8A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07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14130-E5A6-60C3-86D1-443D184D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6E4B30-2CA0-F021-D174-891737491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7996C-9022-6BFA-204C-BA92A2996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8C6321-F3DF-9510-C613-BCEBC487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7C120B-3AFA-AEDD-5E4A-B3767B7A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72C45-54C0-C644-0CF3-E57F5922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7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CD596-437F-41C9-2B9F-11ACA00B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ADFBE1-078E-A18D-A0AD-06922122E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158DC3-9694-2DCE-3C77-B2F9AE287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B96746-CB07-F5FC-C6C3-8D2693FA4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402FA5-DADA-5C94-3892-11556539B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11CC89-399B-0149-B0AC-2072BF7C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5021DC-19CC-03B7-56E4-B44AF61E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C49D3A-7154-B358-82B0-69F6C9D6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33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391FA-E228-350B-6DC0-37AAE058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300CEE-E58A-920B-0AFC-9AE1DCAE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81D58-5F52-AEAB-7E08-F8F9CD78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5672DC-5776-0C08-BA1C-B2C2A176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36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47093A-0DC9-15D5-0FC1-E7771DFF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9305B0-4448-A9C4-C6D1-A8E8BD97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9684B-4343-E3DA-0686-031AC79C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05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46B4F-011F-948F-380E-C233B41A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1D407-E5AA-8BF5-995A-E68082D85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3B6AF8-71D9-7F9B-9260-53F5F2EA3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7927B0-AE88-CDD8-35FA-0CAC0C6C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9AEB89-2ED8-EE48-B200-44D490F4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4A32F-6305-375F-B5F8-00AEF9D4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08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4464F-B221-115E-199B-E8DC48B0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CC9A07-A259-0238-4598-8133F0112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6948CB-CF49-1C5C-CAB4-9DAFB17F8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02CD2-2AD8-ADEF-F2D4-CC0F631A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BCF5BF-E3B9-4855-D149-85503137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050EBF-D16D-459C-4849-961AE1CE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60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8370B-7B36-2D77-3308-824446FB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052CD5-24E3-2CD1-3377-F754D7E63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CA4C0E-362F-31A2-F018-18638C3D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8D7E2-85CC-43E4-7A72-18DF5ED9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1D837F-D327-2121-8846-4C21AA11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29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1AD61-39A6-EFDB-5C6F-F35BA5825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84FF4D-F079-0D16-FC9D-79801522A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3750F-FC3A-615C-2BA3-8A00DB04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8889-E9E4-A40E-CE64-B05171BE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49E6C0-A96C-BA72-544A-86B02B4C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7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838201"/>
            <a:ext cx="12192000" cy="72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90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526978"/>
            <a:ext cx="1422400" cy="243417"/>
          </a:xfrm>
        </p:spPr>
        <p:txBody>
          <a:bodyPr/>
          <a:lstStyle>
            <a:lvl1pPr>
              <a:defRPr sz="16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9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E28AF8-4FF2-EAA2-08D1-5D1B7D5C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9BB13B-16D5-121F-7277-69EDA4E16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B4D03-32EE-FA54-944E-59D216CB4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AC014-DD98-448B-B67B-114D7423A265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94F9F-A867-235C-0454-6134AEB68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1C6096-0533-0F2A-027E-F565230CA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8A1E2-3A58-4800-AE76-EF0607602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1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7A015-A29C-F4B3-CD95-EF3CF5C8E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7448"/>
            <a:ext cx="12192000" cy="238760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3600" b="1" dirty="0"/>
              <a:t>Photoacoustic Mapping of Processing-Induced Physicochemical Heterogeneity in Solution-Processed High-k Dielectrics</a:t>
            </a:r>
            <a:endParaRPr lang="ko-KR" altLang="en-US" sz="3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5F6B93-32E2-A087-B337-9115F050F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7123"/>
            <a:ext cx="9144000" cy="1655762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ko-KR" altLang="en-US" dirty="0"/>
              <a:t>조민주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 err="1"/>
              <a:t>진우현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55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23C172-1D00-10A8-99D7-D49FD2DE5EC8}"/>
              </a:ext>
            </a:extLst>
          </p:cNvPr>
          <p:cNvSpPr txBox="1"/>
          <p:nvPr/>
        </p:nvSpPr>
        <p:spPr>
          <a:xfrm>
            <a:off x="0" y="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Concept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4D35F-C17F-172C-9BED-C3F67E3C20C6}"/>
              </a:ext>
            </a:extLst>
          </p:cNvPr>
          <p:cNvSpPr txBox="1"/>
          <p:nvPr/>
        </p:nvSpPr>
        <p:spPr>
          <a:xfrm>
            <a:off x="753562" y="550745"/>
            <a:ext cx="100768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Bandgap</a:t>
            </a:r>
            <a:r>
              <a:rPr lang="ko-KR" altLang="en-US" dirty="0"/>
              <a:t>이 큰 </a:t>
            </a:r>
            <a:r>
              <a:rPr lang="en-US" altLang="ko-KR" dirty="0"/>
              <a:t>high-k</a:t>
            </a:r>
            <a:r>
              <a:rPr lang="ko-KR" altLang="en-US" dirty="0"/>
              <a:t>도 </a:t>
            </a:r>
            <a:r>
              <a:rPr lang="en-US" altLang="ko-KR" dirty="0"/>
              <a:t>PA </a:t>
            </a:r>
            <a:r>
              <a:rPr lang="ko-KR" altLang="en-US" dirty="0"/>
              <a:t>신호가 나올 수 있음</a:t>
            </a:r>
            <a:endParaRPr lang="en-US" altLang="ko-KR" dirty="0"/>
          </a:p>
          <a:p>
            <a:r>
              <a:rPr lang="ko-KR" altLang="en-US" dirty="0"/>
              <a:t>왜냐하면 이상적인 </a:t>
            </a:r>
            <a:r>
              <a:rPr lang="en-US" altLang="ko-KR" dirty="0"/>
              <a:t>bulk Al2O3</a:t>
            </a:r>
            <a:r>
              <a:rPr lang="ko-KR" altLang="en-US" dirty="0"/>
              <a:t>가 아니라 </a:t>
            </a:r>
            <a:r>
              <a:rPr lang="en-US" altLang="ko-KR" dirty="0"/>
              <a:t>sol-gel Al2O3</a:t>
            </a:r>
            <a:r>
              <a:rPr lang="ko-KR" altLang="en-US" dirty="0"/>
              <a:t>는 결함</a:t>
            </a:r>
            <a:r>
              <a:rPr lang="en-US" altLang="ko-KR" dirty="0"/>
              <a:t>(precursor residue, OH group, organic ligand, porosity)</a:t>
            </a:r>
            <a:r>
              <a:rPr lang="ko-KR" altLang="en-US" dirty="0"/>
              <a:t>이 있으므로</a:t>
            </a:r>
            <a:r>
              <a:rPr lang="en-US" altLang="ko-KR" dirty="0"/>
              <a:t>. (PA</a:t>
            </a:r>
            <a:r>
              <a:rPr lang="ko-KR" altLang="en-US" dirty="0"/>
              <a:t> 파장은 </a:t>
            </a:r>
            <a:r>
              <a:rPr lang="en-US" altLang="ko-KR" dirty="0"/>
              <a:t>532nm, </a:t>
            </a:r>
            <a:r>
              <a:rPr lang="ko-KR" altLang="en-US" dirty="0"/>
              <a:t>약 </a:t>
            </a:r>
            <a:r>
              <a:rPr lang="en-US" altLang="ko-KR" dirty="0"/>
              <a:t>2.33eV. Al2O3</a:t>
            </a:r>
            <a:r>
              <a:rPr lang="ko-KR" altLang="en-US" dirty="0"/>
              <a:t>는 약 </a:t>
            </a:r>
            <a:r>
              <a:rPr lang="en-US" altLang="ko-KR" dirty="0"/>
              <a:t>8.0eV. </a:t>
            </a:r>
            <a:r>
              <a:rPr lang="ko-KR" altLang="en-US" dirty="0"/>
              <a:t>결함이 있으면 검출 가능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공정조건 변화 → </a:t>
            </a:r>
            <a:r>
              <a:rPr lang="en-US" altLang="ko-KR" dirty="0"/>
              <a:t>PA intensity/image contrast </a:t>
            </a:r>
            <a:r>
              <a:rPr lang="ko-KR" altLang="en-US" dirty="0"/>
              <a:t>변화→ </a:t>
            </a:r>
            <a:r>
              <a:rPr lang="en-US" altLang="ko-KR" dirty="0"/>
              <a:t>optical/structural/electrical property </a:t>
            </a:r>
            <a:r>
              <a:rPr lang="ko-KR" altLang="en-US" dirty="0"/>
              <a:t>변화</a:t>
            </a:r>
            <a:endParaRPr lang="en-US" altLang="ko-KR" dirty="0"/>
          </a:p>
          <a:p>
            <a:r>
              <a:rPr lang="ko-KR" altLang="en-US" dirty="0"/>
              <a:t>위의 상관성</a:t>
            </a:r>
            <a:r>
              <a:rPr lang="en-US" altLang="ko-KR" dirty="0"/>
              <a:t>/</a:t>
            </a:r>
            <a:r>
              <a:rPr lang="ko-KR" altLang="en-US" dirty="0"/>
              <a:t>정합성 확보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12EDB-FEFC-A036-2512-7CC5BCA3143F}"/>
              </a:ext>
            </a:extLst>
          </p:cNvPr>
          <p:cNvSpPr txBox="1"/>
          <p:nvPr/>
        </p:nvSpPr>
        <p:spPr>
          <a:xfrm>
            <a:off x="753562" y="2862145"/>
            <a:ext cx="100768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Al2O3 – 0.4M</a:t>
            </a:r>
          </a:p>
          <a:p>
            <a:r>
              <a:rPr lang="en-US" altLang="ko-KR" dirty="0"/>
              <a:t>Annealing T = 100, 200, 300, 400, 500 </a:t>
            </a:r>
          </a:p>
          <a:p>
            <a:endParaRPr lang="en-US" altLang="ko-KR" dirty="0"/>
          </a:p>
          <a:p>
            <a:r>
              <a:rPr lang="en-US" altLang="ko-KR" dirty="0"/>
              <a:t>Al2O3 –0.2M, 0.4M, 0.6M, 0.8M</a:t>
            </a:r>
          </a:p>
          <a:p>
            <a:endParaRPr lang="en-US" altLang="ko-KR" dirty="0"/>
          </a:p>
          <a:p>
            <a:r>
              <a:rPr lang="en-US" altLang="ko-KR" dirty="0"/>
              <a:t>TG-DSC</a:t>
            </a:r>
          </a:p>
          <a:p>
            <a:r>
              <a:rPr lang="en-US" altLang="ko-KR" dirty="0"/>
              <a:t>PA</a:t>
            </a:r>
          </a:p>
          <a:p>
            <a:r>
              <a:rPr lang="en-US" altLang="ko-KR" dirty="0"/>
              <a:t>FTIR</a:t>
            </a:r>
          </a:p>
          <a:p>
            <a:r>
              <a:rPr lang="en-US" altLang="ko-KR" dirty="0"/>
              <a:t>XPS</a:t>
            </a:r>
          </a:p>
          <a:p>
            <a:r>
              <a:rPr lang="en-US" altLang="ko-KR" dirty="0"/>
              <a:t>Electrical Characteristics (MIM Capacitor – Capacitance, Dielectric constant, Leakage current density, Breakdown voltage)</a:t>
            </a:r>
          </a:p>
          <a:p>
            <a:endParaRPr lang="en-US" altLang="ko-KR" dirty="0"/>
          </a:p>
          <a:p>
            <a:r>
              <a:rPr lang="en-US" altLang="ko-KR" dirty="0"/>
              <a:t>&lt;Application&gt;</a:t>
            </a:r>
          </a:p>
          <a:p>
            <a:r>
              <a:rPr lang="en-US" altLang="ko-KR" dirty="0"/>
              <a:t>Spatial defect inspection (</a:t>
            </a:r>
            <a:r>
              <a:rPr lang="ko-KR" altLang="en-US" dirty="0"/>
              <a:t>일부만 </a:t>
            </a:r>
            <a:r>
              <a:rPr lang="en-US" altLang="ko-KR" dirty="0"/>
              <a:t>activation – </a:t>
            </a:r>
            <a:r>
              <a:rPr lang="ko-KR" altLang="en-US" dirty="0"/>
              <a:t>어떻게 할지</a:t>
            </a:r>
            <a:r>
              <a:rPr lang="en-US" altLang="ko-KR" dirty="0"/>
              <a:t>?)</a:t>
            </a:r>
          </a:p>
          <a:p>
            <a:r>
              <a:rPr lang="en-US" altLang="ko-KR" dirty="0"/>
              <a:t>TFT</a:t>
            </a:r>
          </a:p>
          <a:p>
            <a:r>
              <a:rPr lang="en-US" altLang="ko-KR" dirty="0"/>
              <a:t>Invisible processing barcode</a:t>
            </a:r>
          </a:p>
        </p:txBody>
      </p:sp>
    </p:spTree>
    <p:extLst>
      <p:ext uri="{BB962C8B-B14F-4D97-AF65-F5344CB8AC3E}">
        <p14:creationId xmlns:p14="http://schemas.microsoft.com/office/powerpoint/2010/main" val="358896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7D59-DAD8-89E9-B412-F88BBC4C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92BF3-4B6C-C77E-D264-8FA734D44425}"/>
              </a:ext>
            </a:extLst>
          </p:cNvPr>
          <p:cNvSpPr txBox="1"/>
          <p:nvPr/>
        </p:nvSpPr>
        <p:spPr>
          <a:xfrm>
            <a:off x="0" y="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민주 할 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4CF97-30DD-1044-5323-9CE335170E95}"/>
              </a:ext>
            </a:extLst>
          </p:cNvPr>
          <p:cNvSpPr txBox="1"/>
          <p:nvPr/>
        </p:nvSpPr>
        <p:spPr>
          <a:xfrm>
            <a:off x="190500" y="527885"/>
            <a:ext cx="11621318" cy="521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ea"/>
                <a:ea typeface="+mj-ea"/>
              </a:rPr>
              <a:t>[</a:t>
            </a:r>
            <a:r>
              <a:rPr lang="ko-KR" altLang="en-US" sz="1600" b="1" dirty="0">
                <a:latin typeface="+mj-ea"/>
                <a:ea typeface="+mj-ea"/>
              </a:rPr>
              <a:t>민주는 일단 밑에 </a:t>
            </a:r>
            <a:r>
              <a:rPr lang="en-US" altLang="ko-KR" sz="1600" b="1" dirty="0">
                <a:latin typeface="+mj-ea"/>
                <a:ea typeface="+mj-ea"/>
              </a:rPr>
              <a:t>2</a:t>
            </a:r>
            <a:r>
              <a:rPr lang="ko-KR" altLang="en-US" sz="1600" b="1" dirty="0">
                <a:latin typeface="+mj-ea"/>
                <a:ea typeface="+mj-ea"/>
              </a:rPr>
              <a:t>개 먼저 진행</a:t>
            </a:r>
            <a:r>
              <a:rPr lang="en-US" altLang="ko-KR" sz="1600" b="1" dirty="0">
                <a:latin typeface="+mj-ea"/>
                <a:ea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ea"/>
                <a:ea typeface="+mj-ea"/>
              </a:rPr>
              <a:t>MIM Capacitor </a:t>
            </a:r>
            <a:r>
              <a:rPr lang="ko-KR" altLang="en-US" sz="1600" b="1" dirty="0">
                <a:latin typeface="+mj-ea"/>
                <a:ea typeface="+mj-ea"/>
              </a:rPr>
              <a:t>측정법 익히기</a:t>
            </a:r>
            <a:endParaRPr lang="en-US" altLang="ko-KR" sz="16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ea"/>
                <a:ea typeface="+mj-ea"/>
              </a:rPr>
              <a:t>0.2M, 0.4M Al2O3 100, 300, 500</a:t>
            </a:r>
            <a:r>
              <a:rPr lang="ko-KR" altLang="en-US" sz="1600" b="1" dirty="0">
                <a:latin typeface="+mj-ea"/>
                <a:ea typeface="+mj-ea"/>
              </a:rPr>
              <a:t>도 우현이에게 주고 </a:t>
            </a:r>
            <a:r>
              <a:rPr lang="en-US" altLang="ko-KR" sz="1600" b="1" dirty="0">
                <a:latin typeface="+mj-ea"/>
                <a:ea typeface="+mj-ea"/>
              </a:rPr>
              <a:t>PA </a:t>
            </a:r>
            <a:r>
              <a:rPr lang="ko-KR" altLang="en-US" sz="1600" b="1" dirty="0">
                <a:latin typeface="+mj-ea"/>
                <a:ea typeface="+mj-ea"/>
              </a:rPr>
              <a:t>찍기 </a:t>
            </a:r>
            <a:r>
              <a:rPr lang="en-US" altLang="ko-KR" sz="1600" b="1" dirty="0">
                <a:latin typeface="+mj-ea"/>
                <a:ea typeface="+mj-ea"/>
              </a:rPr>
              <a:t>(Mask</a:t>
            </a:r>
            <a:r>
              <a:rPr lang="ko-KR" altLang="en-US" sz="1600" b="1" dirty="0">
                <a:latin typeface="+mj-ea"/>
                <a:ea typeface="+mj-ea"/>
              </a:rPr>
              <a:t>는 절연체 패턴용 마스크 사용</a:t>
            </a:r>
            <a:r>
              <a:rPr lang="en-US" altLang="ko-KR" sz="1600" b="1" dirty="0">
                <a:latin typeface="+mj-ea"/>
                <a:ea typeface="+mj-ea"/>
              </a:rPr>
              <a:t>)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ea"/>
                <a:ea typeface="+mj-ea"/>
              </a:rPr>
              <a:t>MIM Cap Mask </a:t>
            </a:r>
            <a:r>
              <a:rPr lang="ko-KR" altLang="en-US" sz="1600" dirty="0">
                <a:latin typeface="+mj-ea"/>
                <a:ea typeface="+mj-ea"/>
              </a:rPr>
              <a:t>있는지</a:t>
            </a:r>
            <a:r>
              <a:rPr lang="en-US" altLang="ko-KR" sz="1600" dirty="0">
                <a:latin typeface="+mj-ea"/>
                <a:ea typeface="+mj-ea"/>
              </a:rPr>
              <a:t>? </a:t>
            </a:r>
            <a:r>
              <a:rPr lang="en-US" altLang="ko-KR" sz="1600" dirty="0">
                <a:latin typeface="+mj-ea"/>
                <a:ea typeface="+mj-ea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+mj-ea"/>
                <a:ea typeface="+mj-ea"/>
              </a:rPr>
              <a:t>주문필요</a:t>
            </a:r>
            <a:endParaRPr lang="en-US" altLang="ko-KR" sz="16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+mj-ea"/>
                <a:ea typeface="+mj-ea"/>
              </a:rPr>
              <a:t>섞는건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40</a:t>
            </a:r>
            <a:r>
              <a:rPr lang="ko-KR" altLang="en-US" sz="1600" dirty="0">
                <a:latin typeface="+mj-ea"/>
                <a:ea typeface="+mj-ea"/>
              </a:rPr>
              <a:t>도에서 </a:t>
            </a:r>
            <a:r>
              <a:rPr lang="en-US" altLang="ko-KR" sz="1600" dirty="0">
                <a:latin typeface="+mj-ea"/>
                <a:ea typeface="+mj-ea"/>
              </a:rPr>
              <a:t>6</a:t>
            </a:r>
            <a:r>
              <a:rPr lang="ko-KR" altLang="en-US" sz="1600" dirty="0">
                <a:latin typeface="+mj-ea"/>
                <a:ea typeface="+mj-ea"/>
              </a:rPr>
              <a:t>시간 이상 섞고 상온 </a:t>
            </a:r>
            <a:r>
              <a:rPr lang="en-US" altLang="ko-KR" sz="1600" dirty="0">
                <a:latin typeface="+mj-ea"/>
                <a:ea typeface="+mj-ea"/>
              </a:rPr>
              <a:t>12</a:t>
            </a:r>
            <a:r>
              <a:rPr lang="ko-KR" altLang="en-US" sz="1600" dirty="0">
                <a:latin typeface="+mj-ea"/>
                <a:ea typeface="+mj-ea"/>
              </a:rPr>
              <a:t>시간 정도</a:t>
            </a:r>
            <a:r>
              <a:rPr lang="en-US" altLang="ko-KR" sz="1600" dirty="0">
                <a:latin typeface="+mj-ea"/>
                <a:ea typeface="+mj-ea"/>
              </a:rPr>
              <a:t>? </a:t>
            </a:r>
            <a:r>
              <a:rPr lang="ko-KR" altLang="en-US" sz="1600" dirty="0">
                <a:latin typeface="+mj-ea"/>
                <a:ea typeface="+mj-ea"/>
              </a:rPr>
              <a:t>방치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ea"/>
                <a:ea typeface="+mj-ea"/>
              </a:rPr>
              <a:t>Patterning </a:t>
            </a:r>
            <a:r>
              <a:rPr lang="ko-KR" altLang="en-US" sz="1600" dirty="0">
                <a:latin typeface="+mj-ea"/>
                <a:ea typeface="+mj-ea"/>
              </a:rPr>
              <a:t>조건 잡기 </a:t>
            </a:r>
            <a:r>
              <a:rPr lang="en-US" altLang="ko-KR" sz="1600" dirty="0">
                <a:latin typeface="+mj-ea"/>
                <a:ea typeface="+mj-ea"/>
              </a:rPr>
              <a:t>(Al2O3</a:t>
            </a:r>
            <a:r>
              <a:rPr lang="ko-KR" altLang="en-US" sz="1600" dirty="0">
                <a:latin typeface="+mj-ea"/>
                <a:ea typeface="+mj-ea"/>
              </a:rPr>
              <a:t>는 패턴이 훨씬 쉬움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  <a:r>
              <a:rPr lang="ko-KR" altLang="en-US" sz="1600" dirty="0">
                <a:latin typeface="+mj-ea"/>
                <a:ea typeface="+mj-ea"/>
              </a:rPr>
              <a:t>근데 </a:t>
            </a:r>
            <a:r>
              <a:rPr lang="en-US" altLang="ko-KR" sz="1600" dirty="0">
                <a:latin typeface="+mj-ea"/>
                <a:ea typeface="+mj-ea"/>
              </a:rPr>
              <a:t>soft bake 100</a:t>
            </a:r>
            <a:r>
              <a:rPr lang="ko-KR" altLang="en-US" sz="1600" dirty="0">
                <a:latin typeface="+mj-ea"/>
                <a:ea typeface="+mj-ea"/>
              </a:rPr>
              <a:t>도 </a:t>
            </a:r>
            <a:r>
              <a:rPr lang="en-US" altLang="ko-KR" sz="1600" dirty="0">
                <a:latin typeface="+mj-ea"/>
                <a:ea typeface="+mj-ea"/>
              </a:rPr>
              <a:t>30s </a:t>
            </a:r>
            <a:r>
              <a:rPr lang="en-US" altLang="ko-KR" sz="1600" dirty="0">
                <a:latin typeface="+mj-ea"/>
                <a:ea typeface="+mj-ea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+mj-ea"/>
                <a:ea typeface="+mj-ea"/>
              </a:rPr>
              <a:t> UV</a:t>
            </a:r>
            <a:r>
              <a:rPr lang="ko-KR" altLang="en-US" sz="1600" dirty="0">
                <a:latin typeface="+mj-ea"/>
                <a:ea typeface="+mj-ea"/>
              </a:rPr>
              <a:t>시간이 </a:t>
            </a:r>
            <a:r>
              <a:rPr lang="en-US" altLang="ko-KR" sz="1600" dirty="0">
                <a:latin typeface="+mj-ea"/>
                <a:ea typeface="+mj-ea"/>
              </a:rPr>
              <a:t>900s. </a:t>
            </a:r>
            <a:r>
              <a:rPr lang="ko-KR" altLang="en-US" sz="1600" dirty="0">
                <a:latin typeface="+mj-ea"/>
                <a:ea typeface="+mj-ea"/>
              </a:rPr>
              <a:t>나오는지 확인</a:t>
            </a:r>
            <a:r>
              <a:rPr lang="en-US" altLang="ko-KR" sz="1600" dirty="0">
                <a:latin typeface="+mj-ea"/>
                <a:ea typeface="+mj-ea"/>
              </a:rPr>
              <a:t>.)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j-ea"/>
                <a:ea typeface="+mj-ea"/>
              </a:rPr>
              <a:t>→ </a:t>
            </a:r>
            <a:r>
              <a:rPr lang="en-US" altLang="ko-KR" sz="1600" dirty="0">
                <a:latin typeface="+mj-ea"/>
                <a:ea typeface="+mj-ea"/>
              </a:rPr>
              <a:t>Table </a:t>
            </a:r>
            <a:r>
              <a:rPr lang="ko-KR" altLang="en-US" sz="1600" dirty="0">
                <a:latin typeface="+mj-ea"/>
                <a:ea typeface="+mj-ea"/>
              </a:rPr>
              <a:t>바탕으로 하루 고생해서 한번에 샘플 제작 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용액을 하나로 </a:t>
            </a:r>
            <a:r>
              <a:rPr lang="ko-KR" altLang="en-US" sz="1600" dirty="0" err="1">
                <a:latin typeface="+mj-ea"/>
                <a:ea typeface="+mj-ea"/>
              </a:rPr>
              <a:t>진행하는게</a:t>
            </a:r>
            <a:r>
              <a:rPr lang="ko-KR" altLang="en-US" sz="1600" dirty="0">
                <a:latin typeface="+mj-ea"/>
                <a:ea typeface="+mj-ea"/>
              </a:rPr>
              <a:t> 좋음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  <a:r>
              <a:rPr lang="ko-KR" altLang="en-US" sz="1600" dirty="0">
                <a:latin typeface="+mj-ea"/>
                <a:ea typeface="+mj-ea"/>
              </a:rPr>
              <a:t>계속 섞으면 두께 바뀌니까</a:t>
            </a:r>
            <a:r>
              <a:rPr lang="en-US" altLang="ko-KR" sz="1600" dirty="0">
                <a:latin typeface="+mj-ea"/>
                <a:ea typeface="+mj-ea"/>
              </a:rPr>
              <a:t>.)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j-ea"/>
                <a:ea typeface="+mj-ea"/>
              </a:rPr>
              <a:t>→ </a:t>
            </a:r>
            <a:r>
              <a:rPr lang="en-US" altLang="ko-KR" sz="1600" dirty="0">
                <a:latin typeface="+mj-ea"/>
                <a:ea typeface="+mj-ea"/>
              </a:rPr>
              <a:t>PA </a:t>
            </a:r>
            <a:r>
              <a:rPr lang="ko-KR" altLang="en-US" sz="1600" dirty="0">
                <a:latin typeface="+mj-ea"/>
                <a:ea typeface="+mj-ea"/>
              </a:rPr>
              <a:t>먼저 진행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j-ea"/>
                <a:ea typeface="+mj-ea"/>
              </a:rPr>
              <a:t>→ 차이나면 </a:t>
            </a:r>
            <a:r>
              <a:rPr lang="en-US" altLang="ko-KR" sz="1600" dirty="0">
                <a:latin typeface="+mj-ea"/>
                <a:ea typeface="+mj-ea"/>
              </a:rPr>
              <a:t>FT-IR, XPS </a:t>
            </a:r>
            <a:r>
              <a:rPr lang="ko-KR" altLang="en-US" sz="1600" dirty="0">
                <a:latin typeface="+mj-ea"/>
                <a:ea typeface="+mj-ea"/>
              </a:rPr>
              <a:t>공실관 의뢰</a:t>
            </a:r>
            <a:r>
              <a:rPr lang="en-US" altLang="ko-KR" sz="1600" dirty="0">
                <a:latin typeface="+mj-ea"/>
                <a:ea typeface="+mj-ea"/>
              </a:rPr>
              <a:t>, k vs f, J vs E </a:t>
            </a:r>
            <a:r>
              <a:rPr lang="ko-KR" altLang="en-US" sz="1600" dirty="0">
                <a:latin typeface="+mj-ea"/>
                <a:ea typeface="+mj-ea"/>
              </a:rPr>
              <a:t>측정 진행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+mj-ea"/>
                <a:ea typeface="+mj-ea"/>
              </a:rPr>
              <a:t>→ </a:t>
            </a:r>
            <a:r>
              <a:rPr lang="en-US" altLang="ko-KR" sz="1600" dirty="0">
                <a:latin typeface="+mj-ea"/>
                <a:ea typeface="+mj-ea"/>
              </a:rPr>
              <a:t>k vs f</a:t>
            </a:r>
            <a:r>
              <a:rPr lang="ko-KR" altLang="en-US" sz="1600" dirty="0">
                <a:latin typeface="+mj-ea"/>
                <a:ea typeface="+mj-ea"/>
              </a:rPr>
              <a:t>와 </a:t>
            </a:r>
            <a:r>
              <a:rPr lang="en-US" altLang="ko-KR" sz="1600" dirty="0">
                <a:latin typeface="+mj-ea"/>
                <a:ea typeface="+mj-ea"/>
              </a:rPr>
              <a:t>J vs E</a:t>
            </a:r>
            <a:r>
              <a:rPr lang="ko-KR" altLang="en-US" sz="1600" dirty="0">
                <a:latin typeface="+mj-ea"/>
                <a:ea typeface="+mj-ea"/>
              </a:rPr>
              <a:t>는 조건별 </a:t>
            </a:r>
            <a:r>
              <a:rPr lang="en-US" altLang="ko-KR" sz="1600" dirty="0">
                <a:latin typeface="+mj-ea"/>
                <a:ea typeface="+mj-ea"/>
              </a:rPr>
              <a:t>15pt </a:t>
            </a:r>
            <a:r>
              <a:rPr lang="ko-KR" altLang="en-US" sz="1600" dirty="0">
                <a:latin typeface="+mj-ea"/>
                <a:ea typeface="+mj-ea"/>
              </a:rPr>
              <a:t>이상 측정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99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526978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b="1" smtClean="0">
                <a:latin typeface="+mn-ea"/>
                <a:ea typeface="+mn-ea"/>
              </a:rPr>
              <a:pPr/>
              <a:t>4</a:t>
            </a:fld>
            <a:endParaRPr lang="en-US" b="1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8386" y="894350"/>
            <a:ext cx="5612157" cy="520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D1)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0.4M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100℃ </a:t>
            </a:r>
            <a:r>
              <a:rPr lang="en-US" altLang="ko-KR" sz="2100" b="1" dirty="0">
                <a:latin typeface="+mn-ea"/>
              </a:rPr>
              <a:t>2h </a:t>
            </a:r>
          </a:p>
          <a:p>
            <a:pPr>
              <a:lnSpc>
                <a:spcPct val="150000"/>
              </a:lnSpc>
            </a:pPr>
            <a:endParaRPr lang="en-US" altLang="ko-KR" sz="2100" b="1" baseline="30000" dirty="0">
              <a:solidFill>
                <a:schemeClr val="accent5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D2)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0.2M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100℃ </a:t>
            </a:r>
            <a:r>
              <a:rPr lang="en-US" altLang="ko-KR" sz="2100" b="1" dirty="0">
                <a:latin typeface="+mn-ea"/>
              </a:rPr>
              <a:t>2h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D3)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0.4M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2h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D4)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0.2M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2h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D5)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0.4M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2h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D6)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0.2M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2h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129712" y="177801"/>
            <a:ext cx="1026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Fabrication_260921(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월 오후 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3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시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62EE3-927A-8625-0F9E-E7E240F0B0E3}"/>
              </a:ext>
            </a:extLst>
          </p:cNvPr>
          <p:cNvSpPr/>
          <p:nvPr/>
        </p:nvSpPr>
        <p:spPr>
          <a:xfrm>
            <a:off x="7832191" y="6094876"/>
            <a:ext cx="3652735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Glass</a:t>
            </a:r>
            <a:endParaRPr lang="ko-KR" altLang="en-US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955659-D883-8F72-1179-CF48CD941E09}"/>
              </a:ext>
            </a:extLst>
          </p:cNvPr>
          <p:cNvSpPr/>
          <p:nvPr/>
        </p:nvSpPr>
        <p:spPr>
          <a:xfrm>
            <a:off x="7832191" y="5725544"/>
            <a:ext cx="365273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Al2O3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10E3B-D4FA-ABB7-7CB1-4CC64CAC96AE}"/>
              </a:ext>
            </a:extLst>
          </p:cNvPr>
          <p:cNvSpPr txBox="1"/>
          <p:nvPr/>
        </p:nvSpPr>
        <p:spPr>
          <a:xfrm>
            <a:off x="4808242" y="4436024"/>
            <a:ext cx="2326471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#post-anneal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[Furnace]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8063E-D20F-C22C-152D-FAF7130F65E9}"/>
              </a:ext>
            </a:extLst>
          </p:cNvPr>
          <p:cNvSpPr txBox="1"/>
          <p:nvPr/>
        </p:nvSpPr>
        <p:spPr>
          <a:xfrm>
            <a:off x="6844498" y="3180600"/>
            <a:ext cx="1789272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5.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Pre-Anneal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plate(</a:t>
            </a:r>
            <a:r>
              <a:rPr lang="ko-KR" altLang="en-US" sz="1200" dirty="0">
                <a:latin typeface="+mn-ea"/>
              </a:rPr>
              <a:t>실제 기준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90’C 5min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BDDDB-1AFD-4269-FBE4-70BB4C91DE73}"/>
              </a:ext>
            </a:extLst>
          </p:cNvPr>
          <p:cNvSpPr txBox="1"/>
          <p:nvPr/>
        </p:nvSpPr>
        <p:spPr>
          <a:xfrm>
            <a:off x="6623957" y="1720477"/>
            <a:ext cx="2230354" cy="702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2.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Surface </a:t>
            </a:r>
            <a:r>
              <a:rPr lang="en-US" altLang="ko-KR" sz="1600" dirty="0" err="1">
                <a:highlight>
                  <a:srgbClr val="FFFF00"/>
                </a:highlight>
                <a:latin typeface="+mn-ea"/>
              </a:rPr>
              <a:t>Hydrophil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UV</a:t>
            </a:r>
            <a:r>
              <a:rPr lang="ko-KR" altLang="en-US" sz="1200" dirty="0">
                <a:latin typeface="+mn-ea"/>
              </a:rPr>
              <a:t>처리 </a:t>
            </a:r>
            <a:r>
              <a:rPr lang="en-US" altLang="ko-KR" sz="1200" dirty="0">
                <a:latin typeface="+mn-ea"/>
              </a:rPr>
              <a:t>1200s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8FEA5-DA92-F5AB-9A8D-55D8602C8468}"/>
              </a:ext>
            </a:extLst>
          </p:cNvPr>
          <p:cNvSpPr txBox="1"/>
          <p:nvPr/>
        </p:nvSpPr>
        <p:spPr>
          <a:xfrm>
            <a:off x="4740590" y="1745989"/>
            <a:ext cx="1756443" cy="9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1.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Wafer Cleaning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아세톤</a:t>
            </a:r>
            <a:r>
              <a:rPr lang="en-US" altLang="ko-KR" sz="1200" dirty="0">
                <a:latin typeface="+mn-ea"/>
              </a:rPr>
              <a:t>- IPA –DIW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90’C 10min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B2672-E6A4-ECDA-A546-0713D2DB3CF6}"/>
              </a:ext>
            </a:extLst>
          </p:cNvPr>
          <p:cNvSpPr txBox="1"/>
          <p:nvPr/>
        </p:nvSpPr>
        <p:spPr>
          <a:xfrm>
            <a:off x="9177233" y="1707602"/>
            <a:ext cx="2859885" cy="1256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3.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Al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2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O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3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Coating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용액 </a:t>
            </a:r>
            <a:r>
              <a:rPr lang="en-US" altLang="ko-KR" sz="1200" dirty="0">
                <a:latin typeface="+mn-ea"/>
              </a:rPr>
              <a:t>0.2M/0.4M </a:t>
            </a:r>
            <a:r>
              <a:rPr lang="ko-KR" altLang="en-US" sz="1200" dirty="0">
                <a:latin typeface="+mn-ea"/>
              </a:rPr>
              <a:t>사용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79</a:t>
            </a:r>
            <a:r>
              <a:rPr lang="ko-KR" altLang="en-US" sz="1200" dirty="0">
                <a:latin typeface="+mn-ea"/>
              </a:rPr>
              <a:t>번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(Target RPM3000,Ramping Rate 2s/1s)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0461B-030C-7509-811E-AE576A5A795B}"/>
              </a:ext>
            </a:extLst>
          </p:cNvPr>
          <p:cNvSpPr txBox="1"/>
          <p:nvPr/>
        </p:nvSpPr>
        <p:spPr>
          <a:xfrm>
            <a:off x="4808242" y="3180600"/>
            <a:ext cx="1832553" cy="702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4. </a:t>
            </a:r>
            <a:r>
              <a:rPr lang="ko-KR" altLang="en-US" sz="1600" dirty="0" err="1">
                <a:highlight>
                  <a:srgbClr val="FFFF00"/>
                </a:highlight>
                <a:latin typeface="+mn-ea"/>
              </a:rPr>
              <a:t>패터닝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(mask X)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UV</a:t>
            </a:r>
            <a:r>
              <a:rPr lang="ko-KR" altLang="en-US" sz="1200" dirty="0">
                <a:latin typeface="+mn-ea"/>
              </a:rPr>
              <a:t>처리 </a:t>
            </a:r>
            <a:r>
              <a:rPr lang="en-US" altLang="ko-KR" sz="1200" dirty="0">
                <a:latin typeface="+mn-ea"/>
              </a:rPr>
              <a:t>180s(900s)</a:t>
            </a:r>
          </a:p>
        </p:txBody>
      </p:sp>
    </p:spTree>
    <p:extLst>
      <p:ext uri="{BB962C8B-B14F-4D97-AF65-F5344CB8AC3E}">
        <p14:creationId xmlns:p14="http://schemas.microsoft.com/office/powerpoint/2010/main" val="852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526978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b="1" smtClean="0">
                <a:latin typeface="+mn-ea"/>
                <a:ea typeface="+mn-ea"/>
              </a:rPr>
              <a:pPr/>
              <a:t>5</a:t>
            </a:fld>
            <a:endParaRPr lang="en-US" b="1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317386" y="1030543"/>
            <a:ext cx="5612157" cy="5362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D1)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150℃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D2)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D3) Al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0.8M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D4)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150℃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D5)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300℃ </a:t>
            </a:r>
            <a:r>
              <a:rPr lang="en-US" altLang="ko-KR" sz="2100" b="1" dirty="0">
                <a:latin typeface="+mn-ea"/>
              </a:rPr>
              <a:t>1h</a:t>
            </a:r>
          </a:p>
          <a:p>
            <a:pPr>
              <a:lnSpc>
                <a:spcPct val="150000"/>
              </a:lnSpc>
            </a:pPr>
            <a:endParaRPr lang="en-US" altLang="ko-KR" sz="21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latin typeface="+mn-ea"/>
              </a:rPr>
              <a:t>D6) In </a:t>
            </a:r>
            <a:r>
              <a:rPr lang="en-US" altLang="ko-KR" sz="2100" b="1" dirty="0">
                <a:solidFill>
                  <a:schemeClr val="accent1"/>
                </a:solidFill>
                <a:latin typeface="+mn-ea"/>
              </a:rPr>
              <a:t>0.1M</a:t>
            </a:r>
            <a:r>
              <a:rPr lang="en-US" altLang="ko-KR" sz="2100" b="1" dirty="0">
                <a:latin typeface="+mn-ea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+mn-ea"/>
              </a:rPr>
              <a:t>Furnace 500℃ </a:t>
            </a:r>
            <a:r>
              <a:rPr lang="en-US" altLang="ko-KR" sz="2100" b="1" dirty="0">
                <a:latin typeface="+mn-ea"/>
              </a:rPr>
              <a:t>1h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129712" y="177801"/>
            <a:ext cx="1026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Fabrication_261004(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일 오후 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2</a:t>
            </a:r>
            <a:r>
              <a:rPr lang="ko-KR" altLang="en-US" sz="3600" b="1" dirty="0">
                <a:solidFill>
                  <a:srgbClr val="0F4D8B"/>
                </a:solidFill>
                <a:latin typeface="+mn-ea"/>
              </a:rPr>
              <a:t>시</a:t>
            </a:r>
            <a:r>
              <a:rPr lang="en-US" altLang="ko-KR" sz="3600" b="1" dirty="0">
                <a:solidFill>
                  <a:srgbClr val="0F4D8B"/>
                </a:solidFill>
                <a:latin typeface="+mn-ea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62EE3-927A-8625-0F9E-E7E240F0B0E3}"/>
              </a:ext>
            </a:extLst>
          </p:cNvPr>
          <p:cNvSpPr/>
          <p:nvPr/>
        </p:nvSpPr>
        <p:spPr>
          <a:xfrm>
            <a:off x="7832191" y="6094876"/>
            <a:ext cx="3652735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Glass</a:t>
            </a:r>
            <a:endParaRPr lang="ko-KR" altLang="en-US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955659-D883-8F72-1179-CF48CD941E09}"/>
              </a:ext>
            </a:extLst>
          </p:cNvPr>
          <p:cNvSpPr/>
          <p:nvPr/>
        </p:nvSpPr>
        <p:spPr>
          <a:xfrm>
            <a:off x="9670473" y="5725544"/>
            <a:ext cx="1814453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Al2O3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10E3B-D4FA-ABB7-7CB1-4CC64CAC96AE}"/>
              </a:ext>
            </a:extLst>
          </p:cNvPr>
          <p:cNvSpPr txBox="1"/>
          <p:nvPr/>
        </p:nvSpPr>
        <p:spPr>
          <a:xfrm>
            <a:off x="8814785" y="3100748"/>
            <a:ext cx="2326471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#post-anneal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[Furnace]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BDDDB-1AFD-4269-FBE4-70BB4C91DE73}"/>
              </a:ext>
            </a:extLst>
          </p:cNvPr>
          <p:cNvSpPr txBox="1"/>
          <p:nvPr/>
        </p:nvSpPr>
        <p:spPr>
          <a:xfrm>
            <a:off x="6453132" y="1768702"/>
            <a:ext cx="2230354" cy="702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2.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Surface </a:t>
            </a:r>
            <a:r>
              <a:rPr lang="en-US" altLang="ko-KR" sz="1600" dirty="0" err="1">
                <a:highlight>
                  <a:srgbClr val="FFFF00"/>
                </a:highlight>
                <a:latin typeface="+mn-ea"/>
              </a:rPr>
              <a:t>Hydrophil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UV</a:t>
            </a:r>
            <a:r>
              <a:rPr lang="ko-KR" altLang="en-US" sz="1200" dirty="0">
                <a:latin typeface="+mn-ea"/>
              </a:rPr>
              <a:t>처리 </a:t>
            </a:r>
            <a:r>
              <a:rPr lang="en-US" altLang="ko-KR" sz="1200" dirty="0">
                <a:latin typeface="+mn-ea"/>
              </a:rPr>
              <a:t>1200s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8FEA5-DA92-F5AB-9A8D-55D8602C8468}"/>
              </a:ext>
            </a:extLst>
          </p:cNvPr>
          <p:cNvSpPr txBox="1"/>
          <p:nvPr/>
        </p:nvSpPr>
        <p:spPr>
          <a:xfrm>
            <a:off x="4740590" y="1745989"/>
            <a:ext cx="1756443" cy="9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 1.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Wafer Cleaning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아세톤</a:t>
            </a:r>
            <a:r>
              <a:rPr lang="en-US" altLang="ko-KR" sz="1200" dirty="0">
                <a:latin typeface="+mn-ea"/>
              </a:rPr>
              <a:t>- IPA –DIW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90’C 10min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A08C3-0AA3-D717-915A-DA4538A459B2}"/>
              </a:ext>
            </a:extLst>
          </p:cNvPr>
          <p:cNvSpPr txBox="1"/>
          <p:nvPr/>
        </p:nvSpPr>
        <p:spPr>
          <a:xfrm>
            <a:off x="8639584" y="1716950"/>
            <a:ext cx="3614516" cy="1626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3.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Al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2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O</a:t>
            </a:r>
            <a:r>
              <a:rPr lang="en-US" altLang="ko-KR" sz="1600" baseline="-25000" dirty="0">
                <a:highlight>
                  <a:srgbClr val="FFFF00"/>
                </a:highlight>
                <a:latin typeface="+mn-ea"/>
              </a:rPr>
              <a:t>3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Coating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용액 </a:t>
            </a:r>
            <a:r>
              <a:rPr lang="en-US" altLang="ko-KR" sz="1200" dirty="0">
                <a:latin typeface="+mn-ea"/>
              </a:rPr>
              <a:t>0.8M </a:t>
            </a:r>
            <a:r>
              <a:rPr lang="ko-KR" altLang="en-US" sz="1200" dirty="0">
                <a:latin typeface="+mn-ea"/>
              </a:rPr>
              <a:t>사용 </a:t>
            </a:r>
            <a:r>
              <a:rPr lang="en-US" altLang="ko-KR" sz="1200" dirty="0">
                <a:latin typeface="+mn-ea"/>
              </a:rPr>
              <a:t>/soft back 120’C 2min (</a:t>
            </a:r>
            <a:r>
              <a:rPr lang="ko-KR" altLang="en-US" sz="1200" dirty="0">
                <a:latin typeface="+mn-ea"/>
              </a:rPr>
              <a:t>표시기준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3. </a:t>
            </a:r>
            <a:r>
              <a:rPr lang="en-US" altLang="ko-KR" sz="1600" dirty="0" err="1">
                <a:highlight>
                  <a:srgbClr val="FFFF00"/>
                </a:highlight>
                <a:latin typeface="+mn-ea"/>
              </a:rPr>
              <a:t>InOx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 Coating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용액 </a:t>
            </a:r>
            <a:r>
              <a:rPr lang="en-US" altLang="ko-KR" sz="1200" dirty="0">
                <a:latin typeface="+mn-ea"/>
              </a:rPr>
              <a:t>0.1M </a:t>
            </a:r>
            <a:r>
              <a:rPr lang="ko-KR" altLang="en-US" sz="1200" dirty="0">
                <a:latin typeface="+mn-ea"/>
              </a:rPr>
              <a:t>사용 </a:t>
            </a:r>
            <a:r>
              <a:rPr lang="en-US" altLang="ko-KR" sz="1200" dirty="0">
                <a:latin typeface="+mn-ea"/>
              </a:rPr>
              <a:t>/soft back 100’C 20s (</a:t>
            </a:r>
            <a:r>
              <a:rPr lang="ko-KR" altLang="en-US" sz="1200" dirty="0">
                <a:latin typeface="+mn-ea"/>
              </a:rPr>
              <a:t>표시기준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67E84-8329-4870-1925-7D55DA74A211}"/>
              </a:ext>
            </a:extLst>
          </p:cNvPr>
          <p:cNvSpPr txBox="1"/>
          <p:nvPr/>
        </p:nvSpPr>
        <p:spPr>
          <a:xfrm>
            <a:off x="6880867" y="3085805"/>
            <a:ext cx="1789272" cy="97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4. </a:t>
            </a:r>
            <a:r>
              <a:rPr lang="en-US" altLang="ko-KR" sz="1600" dirty="0">
                <a:highlight>
                  <a:srgbClr val="FFFF00"/>
                </a:highlight>
                <a:latin typeface="+mn-ea"/>
              </a:rPr>
              <a:t>Pre-Anneal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hot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plate(</a:t>
            </a:r>
            <a:r>
              <a:rPr lang="ko-KR" altLang="en-US" sz="1200" dirty="0">
                <a:latin typeface="+mn-ea"/>
              </a:rPr>
              <a:t>실제 기준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90’C 5min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6BA5C-469A-9C08-3A54-F4EF2F2C1A5C}"/>
              </a:ext>
            </a:extLst>
          </p:cNvPr>
          <p:cNvSpPr txBox="1"/>
          <p:nvPr/>
        </p:nvSpPr>
        <p:spPr>
          <a:xfrm>
            <a:off x="4641796" y="3185388"/>
            <a:ext cx="2111475" cy="461665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Al2O3 SB 2min UV</a:t>
            </a:r>
            <a:r>
              <a:rPr lang="ko-KR" altLang="en-US" sz="1200" dirty="0" err="1"/>
              <a:t>패터닝</a:t>
            </a:r>
            <a:r>
              <a:rPr lang="ko-KR" altLang="en-US" sz="1200" dirty="0"/>
              <a:t> </a:t>
            </a:r>
            <a:r>
              <a:rPr lang="en-US" altLang="ko-KR" sz="1200" dirty="0"/>
              <a:t>X</a:t>
            </a:r>
          </a:p>
          <a:p>
            <a:r>
              <a:rPr lang="en-US" altLang="ko-KR" sz="1200" dirty="0" err="1"/>
              <a:t>InOx</a:t>
            </a:r>
            <a:r>
              <a:rPr lang="en-US" altLang="ko-KR" sz="1200" dirty="0"/>
              <a:t> SB 20s UV</a:t>
            </a:r>
            <a:r>
              <a:rPr lang="ko-KR" altLang="en-US" sz="1200" dirty="0" err="1"/>
              <a:t>패터닝</a:t>
            </a:r>
            <a:r>
              <a:rPr lang="ko-KR" altLang="en-US" sz="1200" dirty="0"/>
              <a:t> </a:t>
            </a:r>
            <a:r>
              <a:rPr lang="en-US" altLang="ko-KR" sz="1200" dirty="0"/>
              <a:t>X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0804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8" name="TextBox 3067">
            <a:extLst>
              <a:ext uri="{FF2B5EF4-FFF2-40B4-BE49-F238E27FC236}">
                <a16:creationId xmlns:a16="http://schemas.microsoft.com/office/drawing/2014/main" id="{35EAE14D-C370-0DB5-9748-058974DB9EA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2mm by 2mm </a:t>
            </a:r>
            <a:r>
              <a:rPr lang="ko-KR" altLang="en-US" dirty="0"/>
              <a:t>영역임</a:t>
            </a:r>
            <a:r>
              <a:rPr lang="en-US" altLang="ko-KR" dirty="0"/>
              <a:t>. </a:t>
            </a:r>
            <a:r>
              <a:rPr lang="ko-KR" altLang="en-US" dirty="0"/>
              <a:t>점 찍은 부분이 관심 영역이라고</a:t>
            </a:r>
            <a:r>
              <a:rPr lang="en-US" altLang="ko-KR" dirty="0"/>
              <a:t> </a:t>
            </a:r>
            <a:r>
              <a:rPr lang="ko-KR" altLang="en-US" dirty="0"/>
              <a:t>했을 때 신호가 약하지만 </a:t>
            </a:r>
            <a:r>
              <a:rPr lang="en-US" altLang="ko-KR" dirty="0"/>
              <a:t>D1, D4</a:t>
            </a:r>
            <a:r>
              <a:rPr lang="ko-KR" altLang="en-US" dirty="0"/>
              <a:t>는 구분 되긴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49" name="Picture 325">
            <a:extLst>
              <a:ext uri="{FF2B5EF4-FFF2-40B4-BE49-F238E27FC236}">
                <a16:creationId xmlns:a16="http://schemas.microsoft.com/office/drawing/2014/main" id="{A4B9FB12-1471-9729-A655-E2F8DD68C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4" b="37024"/>
          <a:stretch>
            <a:fillRect/>
          </a:stretch>
        </p:blipFill>
        <p:spPr bwMode="auto">
          <a:xfrm>
            <a:off x="2924029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3" name="Picture 469">
            <a:extLst>
              <a:ext uri="{FF2B5EF4-FFF2-40B4-BE49-F238E27FC236}">
                <a16:creationId xmlns:a16="http://schemas.microsoft.com/office/drawing/2014/main" id="{86BF7F74-2A84-2BCD-3EFA-C30A9567D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29" y="478563"/>
            <a:ext cx="2160000" cy="216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6" name="Picture 642">
            <a:extLst>
              <a:ext uri="{FF2B5EF4-FFF2-40B4-BE49-F238E27FC236}">
                <a16:creationId xmlns:a16="http://schemas.microsoft.com/office/drawing/2014/main" id="{CF4EF09D-DD58-CC01-7944-AB98721B1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7" b="36911"/>
          <a:stretch>
            <a:fillRect/>
          </a:stretch>
        </p:blipFill>
        <p:spPr bwMode="auto">
          <a:xfrm>
            <a:off x="6135791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0" name="Picture 786">
            <a:extLst>
              <a:ext uri="{FF2B5EF4-FFF2-40B4-BE49-F238E27FC236}">
                <a16:creationId xmlns:a16="http://schemas.microsoft.com/office/drawing/2014/main" id="{56272396-E4C1-B248-2993-D15A6B2E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791" y="478564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8" name="Picture 959">
            <a:extLst>
              <a:ext uri="{FF2B5EF4-FFF2-40B4-BE49-F238E27FC236}">
                <a16:creationId xmlns:a16="http://schemas.microsoft.com/office/drawing/2014/main" id="{30945A65-38A6-CB11-3253-E84E5CE2A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7" b="36911"/>
          <a:stretch>
            <a:fillRect/>
          </a:stretch>
        </p:blipFill>
        <p:spPr bwMode="auto">
          <a:xfrm>
            <a:off x="9347553" y="2886777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7" name="Picture 1103">
            <a:extLst>
              <a:ext uri="{FF2B5EF4-FFF2-40B4-BE49-F238E27FC236}">
                <a16:creationId xmlns:a16="http://schemas.microsoft.com/office/drawing/2014/main" id="{8D16F89E-9037-232A-860B-8BABCD6A6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553" y="473008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46" name="Picture 1276">
            <a:extLst>
              <a:ext uri="{FF2B5EF4-FFF2-40B4-BE49-F238E27FC236}">
                <a16:creationId xmlns:a16="http://schemas.microsoft.com/office/drawing/2014/main" id="{592DAC49-8158-E08E-B545-8C0D963CD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36" b="35862"/>
          <a:stretch>
            <a:fillRect/>
          </a:stretch>
        </p:blipFill>
        <p:spPr bwMode="auto">
          <a:xfrm>
            <a:off x="6135791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4" name="Picture 1420">
            <a:extLst>
              <a:ext uri="{FF2B5EF4-FFF2-40B4-BE49-F238E27FC236}">
                <a16:creationId xmlns:a16="http://schemas.microsoft.com/office/drawing/2014/main" id="{2968C561-2F81-8D5D-5005-59F21FDFE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791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4" name="Picture 1593">
            <a:extLst>
              <a:ext uri="{FF2B5EF4-FFF2-40B4-BE49-F238E27FC236}">
                <a16:creationId xmlns:a16="http://schemas.microsoft.com/office/drawing/2014/main" id="{76816449-E2A6-4BA2-969B-61C602C52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35" b="36263"/>
          <a:stretch>
            <a:fillRect/>
          </a:stretch>
        </p:blipFill>
        <p:spPr bwMode="auto">
          <a:xfrm>
            <a:off x="2924029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1" name="Picture 1737">
            <a:extLst>
              <a:ext uri="{FF2B5EF4-FFF2-40B4-BE49-F238E27FC236}">
                <a16:creationId xmlns:a16="http://schemas.microsoft.com/office/drawing/2014/main" id="{6468F9F8-CD86-4D84-8630-2EEC48AA1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029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82" name="Picture 1910">
            <a:extLst>
              <a:ext uri="{FF2B5EF4-FFF2-40B4-BE49-F238E27FC236}">
                <a16:creationId xmlns:a16="http://schemas.microsoft.com/office/drawing/2014/main" id="{5AA809DE-BC36-0A70-7354-0F3CAA442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36" b="35862"/>
          <a:stretch>
            <a:fillRect/>
          </a:stretch>
        </p:blipFill>
        <p:spPr bwMode="auto">
          <a:xfrm>
            <a:off x="9347553" y="6114843"/>
            <a:ext cx="2160000" cy="56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2054">
            <a:extLst>
              <a:ext uri="{FF2B5EF4-FFF2-40B4-BE49-F238E27FC236}">
                <a16:creationId xmlns:a16="http://schemas.microsoft.com/office/drawing/2014/main" id="{5C728687-4859-30A9-25ED-25E8DBAA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553" y="3895157"/>
            <a:ext cx="2160000" cy="216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60" name="직선 연결선 3059">
            <a:extLst>
              <a:ext uri="{FF2B5EF4-FFF2-40B4-BE49-F238E27FC236}">
                <a16:creationId xmlns:a16="http://schemas.microsoft.com/office/drawing/2014/main" id="{2589265E-6E36-8382-A0C4-9C6BB45317A7}"/>
              </a:ext>
            </a:extLst>
          </p:cNvPr>
          <p:cNvCxnSpPr>
            <a:cxnSpLocks/>
            <a:stCxn id="1493" idx="1"/>
            <a:endCxn id="1493" idx="3"/>
          </p:cNvCxnSpPr>
          <p:nvPr/>
        </p:nvCxnSpPr>
        <p:spPr>
          <a:xfrm>
            <a:off x="2924029" y="1559242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62" name="TextBox 3061">
            <a:extLst>
              <a:ext uri="{FF2B5EF4-FFF2-40B4-BE49-F238E27FC236}">
                <a16:creationId xmlns:a16="http://schemas.microsoft.com/office/drawing/2014/main" id="{F0B9A80C-8147-4922-D431-3F03E3560895}"/>
              </a:ext>
            </a:extLst>
          </p:cNvPr>
          <p:cNvSpPr txBox="1"/>
          <p:nvPr/>
        </p:nvSpPr>
        <p:spPr>
          <a:xfrm>
            <a:off x="2924029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3" name="TextBox 3062">
            <a:extLst>
              <a:ext uri="{FF2B5EF4-FFF2-40B4-BE49-F238E27FC236}">
                <a16:creationId xmlns:a16="http://schemas.microsoft.com/office/drawing/2014/main" id="{729DF453-3CF6-DAD6-4C0B-E10B04B6541D}"/>
              </a:ext>
            </a:extLst>
          </p:cNvPr>
          <p:cNvSpPr txBox="1"/>
          <p:nvPr/>
        </p:nvSpPr>
        <p:spPr>
          <a:xfrm>
            <a:off x="6135791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4" name="TextBox 3063">
            <a:extLst>
              <a:ext uri="{FF2B5EF4-FFF2-40B4-BE49-F238E27FC236}">
                <a16:creationId xmlns:a16="http://schemas.microsoft.com/office/drawing/2014/main" id="{4823C738-84BE-2489-4ACB-224A816ABB78}"/>
              </a:ext>
            </a:extLst>
          </p:cNvPr>
          <p:cNvSpPr txBox="1"/>
          <p:nvPr/>
        </p:nvSpPr>
        <p:spPr>
          <a:xfrm>
            <a:off x="9347553" y="4730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5" name="TextBox 3064">
            <a:extLst>
              <a:ext uri="{FF2B5EF4-FFF2-40B4-BE49-F238E27FC236}">
                <a16:creationId xmlns:a16="http://schemas.microsoft.com/office/drawing/2014/main" id="{AF5242E9-FB73-7600-2E99-820D6599C5C6}"/>
              </a:ext>
            </a:extLst>
          </p:cNvPr>
          <p:cNvSpPr txBox="1"/>
          <p:nvPr/>
        </p:nvSpPr>
        <p:spPr>
          <a:xfrm>
            <a:off x="2924029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6" name="TextBox 3065">
            <a:extLst>
              <a:ext uri="{FF2B5EF4-FFF2-40B4-BE49-F238E27FC236}">
                <a16:creationId xmlns:a16="http://schemas.microsoft.com/office/drawing/2014/main" id="{7403503B-3E5D-F250-CD99-A5AFDC419CB2}"/>
              </a:ext>
            </a:extLst>
          </p:cNvPr>
          <p:cNvSpPr txBox="1"/>
          <p:nvPr/>
        </p:nvSpPr>
        <p:spPr>
          <a:xfrm>
            <a:off x="6135791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D5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7" name="TextBox 3066">
            <a:extLst>
              <a:ext uri="{FF2B5EF4-FFF2-40B4-BE49-F238E27FC236}">
                <a16:creationId xmlns:a16="http://schemas.microsoft.com/office/drawing/2014/main" id="{0041DDA6-A5A8-7203-73BF-8E06CDEE6E9C}"/>
              </a:ext>
            </a:extLst>
          </p:cNvPr>
          <p:cNvSpPr txBox="1"/>
          <p:nvPr/>
        </p:nvSpPr>
        <p:spPr>
          <a:xfrm>
            <a:off x="9347553" y="38951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D6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69" name="왼쪽 중괄호 3068">
            <a:extLst>
              <a:ext uri="{FF2B5EF4-FFF2-40B4-BE49-F238E27FC236}">
                <a16:creationId xmlns:a16="http://schemas.microsoft.com/office/drawing/2014/main" id="{83D612C7-AD49-39A3-E78A-5DAAD03002C8}"/>
              </a:ext>
            </a:extLst>
          </p:cNvPr>
          <p:cNvSpPr/>
          <p:nvPr/>
        </p:nvSpPr>
        <p:spPr>
          <a:xfrm>
            <a:off x="2201649" y="1563212"/>
            <a:ext cx="742331" cy="166307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0" name="직선 연결선 3069">
            <a:extLst>
              <a:ext uri="{FF2B5EF4-FFF2-40B4-BE49-F238E27FC236}">
                <a16:creationId xmlns:a16="http://schemas.microsoft.com/office/drawing/2014/main" id="{73181021-BC47-C8B8-21EE-2751AD03D0F6}"/>
              </a:ext>
            </a:extLst>
          </p:cNvPr>
          <p:cNvCxnSpPr>
            <a:cxnSpLocks/>
            <a:stCxn id="1810" idx="1"/>
            <a:endCxn id="1810" idx="3"/>
          </p:cNvCxnSpPr>
          <p:nvPr/>
        </p:nvCxnSpPr>
        <p:spPr>
          <a:xfrm>
            <a:off x="6135791" y="1559243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1" name="직선 연결선 3070">
            <a:extLst>
              <a:ext uri="{FF2B5EF4-FFF2-40B4-BE49-F238E27FC236}">
                <a16:creationId xmlns:a16="http://schemas.microsoft.com/office/drawing/2014/main" id="{D202923E-00C9-42E9-2F95-158064E3846A}"/>
              </a:ext>
            </a:extLst>
          </p:cNvPr>
          <p:cNvCxnSpPr>
            <a:cxnSpLocks/>
            <a:stCxn id="2127" idx="1"/>
            <a:endCxn id="2127" idx="3"/>
          </p:cNvCxnSpPr>
          <p:nvPr/>
        </p:nvCxnSpPr>
        <p:spPr>
          <a:xfrm>
            <a:off x="9347553" y="1553687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2" name="직선 연결선 3071">
            <a:extLst>
              <a:ext uri="{FF2B5EF4-FFF2-40B4-BE49-F238E27FC236}">
                <a16:creationId xmlns:a16="http://schemas.microsoft.com/office/drawing/2014/main" id="{8BB094AE-F72E-08B0-1C65-501A3E3CC91B}"/>
              </a:ext>
            </a:extLst>
          </p:cNvPr>
          <p:cNvCxnSpPr>
            <a:cxnSpLocks/>
            <a:stCxn id="2761" idx="1"/>
            <a:endCxn id="2761" idx="3"/>
          </p:cNvCxnSpPr>
          <p:nvPr/>
        </p:nvCxnSpPr>
        <p:spPr>
          <a:xfrm>
            <a:off x="2924029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3" name="직선 연결선 3072">
            <a:extLst>
              <a:ext uri="{FF2B5EF4-FFF2-40B4-BE49-F238E27FC236}">
                <a16:creationId xmlns:a16="http://schemas.microsoft.com/office/drawing/2014/main" id="{94BF7632-943E-E250-9E91-DA7EF9BD9D53}"/>
              </a:ext>
            </a:extLst>
          </p:cNvPr>
          <p:cNvCxnSpPr>
            <a:cxnSpLocks/>
            <a:stCxn id="2444" idx="1"/>
            <a:endCxn id="2444" idx="3"/>
          </p:cNvCxnSpPr>
          <p:nvPr/>
        </p:nvCxnSpPr>
        <p:spPr>
          <a:xfrm>
            <a:off x="6135791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4" name="직선 연결선 3073">
            <a:extLst>
              <a:ext uri="{FF2B5EF4-FFF2-40B4-BE49-F238E27FC236}">
                <a16:creationId xmlns:a16="http://schemas.microsoft.com/office/drawing/2014/main" id="{49ABBF6A-1491-AEDC-729B-D025D7EB2EC6}"/>
              </a:ext>
            </a:extLst>
          </p:cNvPr>
          <p:cNvCxnSpPr>
            <a:cxnSpLocks/>
            <a:stCxn id="3078" idx="1"/>
            <a:endCxn id="3078" idx="3"/>
          </p:cNvCxnSpPr>
          <p:nvPr/>
        </p:nvCxnSpPr>
        <p:spPr>
          <a:xfrm>
            <a:off x="9347553" y="4975836"/>
            <a:ext cx="2160000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88" name="TextBox 3087">
            <a:extLst>
              <a:ext uri="{FF2B5EF4-FFF2-40B4-BE49-F238E27FC236}">
                <a16:creationId xmlns:a16="http://schemas.microsoft.com/office/drawing/2014/main" id="{926C40C1-5F60-0CEB-AC64-7C74F42363AD}"/>
              </a:ext>
            </a:extLst>
          </p:cNvPr>
          <p:cNvSpPr txBox="1"/>
          <p:nvPr/>
        </p:nvSpPr>
        <p:spPr>
          <a:xfrm>
            <a:off x="507877" y="2062059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부분의 </a:t>
            </a:r>
            <a:endParaRPr lang="en-US" altLang="ko-KR" dirty="0"/>
          </a:p>
          <a:p>
            <a:r>
              <a:rPr lang="ko-KR" altLang="en-US" dirty="0"/>
              <a:t>단면 이미지임</a:t>
            </a:r>
          </a:p>
        </p:txBody>
      </p:sp>
      <p:sp>
        <p:nvSpPr>
          <p:cNvPr id="3089" name="타원 3088">
            <a:extLst>
              <a:ext uri="{FF2B5EF4-FFF2-40B4-BE49-F238E27FC236}">
                <a16:creationId xmlns:a16="http://schemas.microsoft.com/office/drawing/2014/main" id="{7F210ED6-CFEC-7C92-3273-033313D561D2}"/>
              </a:ext>
            </a:extLst>
          </p:cNvPr>
          <p:cNvSpPr/>
          <p:nvPr/>
        </p:nvSpPr>
        <p:spPr>
          <a:xfrm>
            <a:off x="3413265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0" name="타원 3089">
            <a:extLst>
              <a:ext uri="{FF2B5EF4-FFF2-40B4-BE49-F238E27FC236}">
                <a16:creationId xmlns:a16="http://schemas.microsoft.com/office/drawing/2014/main" id="{9C475D33-FADD-41FC-9272-8BB0CA021E66}"/>
              </a:ext>
            </a:extLst>
          </p:cNvPr>
          <p:cNvSpPr/>
          <p:nvPr/>
        </p:nvSpPr>
        <p:spPr>
          <a:xfrm>
            <a:off x="4412810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1" name="타원 3090">
            <a:extLst>
              <a:ext uri="{FF2B5EF4-FFF2-40B4-BE49-F238E27FC236}">
                <a16:creationId xmlns:a16="http://schemas.microsoft.com/office/drawing/2014/main" id="{1AF8462D-7867-DAD3-3C0E-CE4144E7A504}"/>
              </a:ext>
            </a:extLst>
          </p:cNvPr>
          <p:cNvSpPr/>
          <p:nvPr/>
        </p:nvSpPr>
        <p:spPr>
          <a:xfrm>
            <a:off x="6551067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2" name="타원 3091">
            <a:extLst>
              <a:ext uri="{FF2B5EF4-FFF2-40B4-BE49-F238E27FC236}">
                <a16:creationId xmlns:a16="http://schemas.microsoft.com/office/drawing/2014/main" id="{E278C280-DEAC-1381-99F1-9DEF801DC047}"/>
              </a:ext>
            </a:extLst>
          </p:cNvPr>
          <p:cNvSpPr/>
          <p:nvPr/>
        </p:nvSpPr>
        <p:spPr>
          <a:xfrm>
            <a:off x="7550612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3" name="타원 3092">
            <a:extLst>
              <a:ext uri="{FF2B5EF4-FFF2-40B4-BE49-F238E27FC236}">
                <a16:creationId xmlns:a16="http://schemas.microsoft.com/office/drawing/2014/main" id="{FFEEEEFD-7B11-CAA1-7BF8-109323A4FEBF}"/>
              </a:ext>
            </a:extLst>
          </p:cNvPr>
          <p:cNvSpPr/>
          <p:nvPr/>
        </p:nvSpPr>
        <p:spPr>
          <a:xfrm>
            <a:off x="9836789" y="719867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4" name="타원 3093">
            <a:extLst>
              <a:ext uri="{FF2B5EF4-FFF2-40B4-BE49-F238E27FC236}">
                <a16:creationId xmlns:a16="http://schemas.microsoft.com/office/drawing/2014/main" id="{87183E2B-A683-B28C-FBC4-FA4594007E7C}"/>
              </a:ext>
            </a:extLst>
          </p:cNvPr>
          <p:cNvSpPr/>
          <p:nvPr/>
        </p:nvSpPr>
        <p:spPr>
          <a:xfrm>
            <a:off x="10836334" y="719867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5" name="타원 3094">
            <a:extLst>
              <a:ext uri="{FF2B5EF4-FFF2-40B4-BE49-F238E27FC236}">
                <a16:creationId xmlns:a16="http://schemas.microsoft.com/office/drawing/2014/main" id="{59130ED1-BE8F-1BE1-99BB-74DC8F3F16FE}"/>
              </a:ext>
            </a:extLst>
          </p:cNvPr>
          <p:cNvSpPr/>
          <p:nvPr/>
        </p:nvSpPr>
        <p:spPr>
          <a:xfrm>
            <a:off x="3307225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6" name="타원 3095">
            <a:extLst>
              <a:ext uri="{FF2B5EF4-FFF2-40B4-BE49-F238E27FC236}">
                <a16:creationId xmlns:a16="http://schemas.microsoft.com/office/drawing/2014/main" id="{2DFF328A-D229-2E8E-8686-82CB56BAF7F4}"/>
              </a:ext>
            </a:extLst>
          </p:cNvPr>
          <p:cNvSpPr/>
          <p:nvPr/>
        </p:nvSpPr>
        <p:spPr>
          <a:xfrm>
            <a:off x="4412810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7" name="타원 3096">
            <a:extLst>
              <a:ext uri="{FF2B5EF4-FFF2-40B4-BE49-F238E27FC236}">
                <a16:creationId xmlns:a16="http://schemas.microsoft.com/office/drawing/2014/main" id="{B0BF4217-B5EE-5EB4-6098-0FD2C9B543EE}"/>
              </a:ext>
            </a:extLst>
          </p:cNvPr>
          <p:cNvSpPr/>
          <p:nvPr/>
        </p:nvSpPr>
        <p:spPr>
          <a:xfrm>
            <a:off x="6551067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8" name="타원 3097">
            <a:extLst>
              <a:ext uri="{FF2B5EF4-FFF2-40B4-BE49-F238E27FC236}">
                <a16:creationId xmlns:a16="http://schemas.microsoft.com/office/drawing/2014/main" id="{CA4EDED7-8CA5-C851-68ED-96022DD74066}"/>
              </a:ext>
            </a:extLst>
          </p:cNvPr>
          <p:cNvSpPr/>
          <p:nvPr/>
        </p:nvSpPr>
        <p:spPr>
          <a:xfrm>
            <a:off x="7550612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9" name="타원 3098">
            <a:extLst>
              <a:ext uri="{FF2B5EF4-FFF2-40B4-BE49-F238E27FC236}">
                <a16:creationId xmlns:a16="http://schemas.microsoft.com/office/drawing/2014/main" id="{04489C4A-2298-8066-B5AC-AE6EFA1AC3F9}"/>
              </a:ext>
            </a:extLst>
          </p:cNvPr>
          <p:cNvSpPr/>
          <p:nvPr/>
        </p:nvSpPr>
        <p:spPr>
          <a:xfrm>
            <a:off x="9836789" y="421511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0" name="타원 3099">
            <a:extLst>
              <a:ext uri="{FF2B5EF4-FFF2-40B4-BE49-F238E27FC236}">
                <a16:creationId xmlns:a16="http://schemas.microsoft.com/office/drawing/2014/main" id="{41C19AA5-5EFB-F051-B045-DA72FAB8D0E4}"/>
              </a:ext>
            </a:extLst>
          </p:cNvPr>
          <p:cNvSpPr/>
          <p:nvPr/>
        </p:nvSpPr>
        <p:spPr>
          <a:xfrm>
            <a:off x="10836334" y="4215118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1" name="타원 3100">
            <a:extLst>
              <a:ext uri="{FF2B5EF4-FFF2-40B4-BE49-F238E27FC236}">
                <a16:creationId xmlns:a16="http://schemas.microsoft.com/office/drawing/2014/main" id="{AB9F3EE9-6CDE-0941-F1BA-8AA4BE02A5ED}"/>
              </a:ext>
            </a:extLst>
          </p:cNvPr>
          <p:cNvSpPr/>
          <p:nvPr/>
        </p:nvSpPr>
        <p:spPr>
          <a:xfrm>
            <a:off x="462659" y="529178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2" name="타원 3101">
            <a:extLst>
              <a:ext uri="{FF2B5EF4-FFF2-40B4-BE49-F238E27FC236}">
                <a16:creationId xmlns:a16="http://schemas.microsoft.com/office/drawing/2014/main" id="{8AF7BEF0-B75D-995D-850F-9061DA011A3F}"/>
              </a:ext>
            </a:extLst>
          </p:cNvPr>
          <p:cNvSpPr/>
          <p:nvPr/>
        </p:nvSpPr>
        <p:spPr>
          <a:xfrm>
            <a:off x="462659" y="1060342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3" name="TextBox 3102">
            <a:extLst>
              <a:ext uri="{FF2B5EF4-FFF2-40B4-BE49-F238E27FC236}">
                <a16:creationId xmlns:a16="http://schemas.microsoft.com/office/drawing/2014/main" id="{E2B01390-5009-344A-462A-89636F8D6D32}"/>
              </a:ext>
            </a:extLst>
          </p:cNvPr>
          <p:cNvSpPr txBox="1"/>
          <p:nvPr/>
        </p:nvSpPr>
        <p:spPr>
          <a:xfrm>
            <a:off x="869196" y="52451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 찍은 부분</a:t>
            </a:r>
          </a:p>
        </p:txBody>
      </p:sp>
      <p:sp>
        <p:nvSpPr>
          <p:cNvPr id="3104" name="TextBox 3103">
            <a:extLst>
              <a:ext uri="{FF2B5EF4-FFF2-40B4-BE49-F238E27FC236}">
                <a16:creationId xmlns:a16="http://schemas.microsoft.com/office/drawing/2014/main" id="{F1ABAEA7-CC1E-36AE-3112-DFEEB8B928D8}"/>
              </a:ext>
            </a:extLst>
          </p:cNvPr>
          <p:cNvSpPr txBox="1"/>
          <p:nvPr/>
        </p:nvSpPr>
        <p:spPr>
          <a:xfrm>
            <a:off x="869196" y="1055676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 안 찍은 부분</a:t>
            </a:r>
          </a:p>
        </p:txBody>
      </p:sp>
      <p:pic>
        <p:nvPicPr>
          <p:cNvPr id="3458" name="Picture 2434">
            <a:extLst>
              <a:ext uri="{FF2B5EF4-FFF2-40B4-BE49-F238E27FC236}">
                <a16:creationId xmlns:a16="http://schemas.microsoft.com/office/drawing/2014/main" id="{1E006B12-0BFE-BC9C-53F5-A2176096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03757" y="2553528"/>
            <a:ext cx="200544" cy="21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58" name="TextBox 3357">
            <a:extLst>
              <a:ext uri="{FF2B5EF4-FFF2-40B4-BE49-F238E27FC236}">
                <a16:creationId xmlns:a16="http://schemas.microsoft.com/office/drawing/2014/main" id="{51C76DFE-2FF2-7915-56DD-E8234B92A738}"/>
              </a:ext>
            </a:extLst>
          </p:cNvPr>
          <p:cNvSpPr txBox="1"/>
          <p:nvPr/>
        </p:nvSpPr>
        <p:spPr>
          <a:xfrm>
            <a:off x="2823686" y="3438082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59" name="TextBox 3358">
            <a:extLst>
              <a:ext uri="{FF2B5EF4-FFF2-40B4-BE49-F238E27FC236}">
                <a16:creationId xmlns:a16="http://schemas.microsoft.com/office/drawing/2014/main" id="{F3C97949-1F42-73C8-E492-4937A0F1B917}"/>
              </a:ext>
            </a:extLst>
          </p:cNvPr>
          <p:cNvSpPr txBox="1"/>
          <p:nvPr/>
        </p:nvSpPr>
        <p:spPr>
          <a:xfrm>
            <a:off x="4547783" y="3438082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Max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62" name="TextBox 3361">
            <a:extLst>
              <a:ext uri="{FF2B5EF4-FFF2-40B4-BE49-F238E27FC236}">
                <a16:creationId xmlns:a16="http://schemas.microsoft.com/office/drawing/2014/main" id="{A18456C5-092C-A5C1-2722-68627B1F35E3}"/>
              </a:ext>
            </a:extLst>
          </p:cNvPr>
          <p:cNvSpPr txBox="1"/>
          <p:nvPr/>
        </p:nvSpPr>
        <p:spPr>
          <a:xfrm>
            <a:off x="24725" y="3891952"/>
            <a:ext cx="27989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 dirty="0"/>
              <a:t>이미지에 있는 흰색 점들은 노이즈임</a:t>
            </a:r>
            <a:r>
              <a:rPr lang="en-US" altLang="ko-KR" sz="1800" dirty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D5</a:t>
            </a:r>
            <a:r>
              <a:rPr lang="ko-KR" altLang="en-US" dirty="0"/>
              <a:t>에서 구분은 안 되지만 신호는 희미하게 보임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15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7D59-DAD8-89E9-B412-F88BBC4C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92BF3-4B6C-C77E-D264-8FA734D44425}"/>
              </a:ext>
            </a:extLst>
          </p:cNvPr>
          <p:cNvSpPr txBox="1"/>
          <p:nvPr/>
        </p:nvSpPr>
        <p:spPr>
          <a:xfrm>
            <a:off x="0" y="0"/>
            <a:ext cx="5450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Condensation reaction = </a:t>
            </a:r>
            <a:r>
              <a:rPr lang="ko-KR" altLang="en-US" b="1" dirty="0" err="1"/>
              <a:t>축합</a:t>
            </a:r>
            <a:r>
              <a:rPr lang="ko-KR" altLang="en-US" b="1" dirty="0"/>
              <a:t> 반응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4CF97-30DD-1044-5323-9CE335170E95}"/>
              </a:ext>
            </a:extLst>
          </p:cNvPr>
          <p:cNvSpPr txBox="1"/>
          <p:nvPr/>
        </p:nvSpPr>
        <p:spPr>
          <a:xfrm>
            <a:off x="81859" y="369332"/>
            <a:ext cx="11621318" cy="785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+mj-ea"/>
                <a:ea typeface="+mj-ea"/>
              </a:rPr>
              <a:t>Annealing </a:t>
            </a:r>
            <a:r>
              <a:rPr lang="ko-KR" altLang="en-US" sz="1600" dirty="0">
                <a:latin typeface="+mj-ea"/>
                <a:ea typeface="+mj-ea"/>
              </a:rPr>
              <a:t>후 </a:t>
            </a:r>
            <a:r>
              <a:rPr lang="en-US" altLang="ko-KR" sz="1600" dirty="0">
                <a:latin typeface="+mj-ea"/>
                <a:ea typeface="+mj-ea"/>
              </a:rPr>
              <a:t>Al </a:t>
            </a:r>
            <a:r>
              <a:rPr lang="en-US" altLang="ko-KR" sz="1600" dirty="0" err="1">
                <a:latin typeface="+mj-ea"/>
                <a:ea typeface="+mj-ea"/>
              </a:rPr>
              <a:t>precurso</a:t>
            </a:r>
            <a:r>
              <a:rPr lang="ko-KR" altLang="en-US" sz="1600" dirty="0">
                <a:latin typeface="+mj-ea"/>
                <a:ea typeface="+mj-ea"/>
              </a:rPr>
              <a:t>에 </a:t>
            </a:r>
            <a:r>
              <a:rPr lang="ko-KR" altLang="en-US" sz="1600" dirty="0" err="1">
                <a:latin typeface="+mj-ea"/>
                <a:ea typeface="+mj-ea"/>
              </a:rPr>
              <a:t>연결되어있던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–OH</a:t>
            </a:r>
            <a:r>
              <a:rPr lang="ko-KR" altLang="en-US" sz="1600" dirty="0">
                <a:latin typeface="+mj-ea"/>
                <a:ea typeface="+mj-ea"/>
              </a:rPr>
              <a:t>가 물</a:t>
            </a:r>
            <a:r>
              <a:rPr lang="en-US" altLang="ko-KR" sz="1600" dirty="0">
                <a:latin typeface="+mj-ea"/>
                <a:ea typeface="+mj-ea"/>
              </a:rPr>
              <a:t>(H</a:t>
            </a:r>
            <a:r>
              <a:rPr lang="en-US" altLang="ko-KR" sz="1600" baseline="-25000" dirty="0">
                <a:latin typeface="+mj-ea"/>
                <a:ea typeface="+mj-ea"/>
              </a:rPr>
              <a:t>2</a:t>
            </a:r>
            <a:r>
              <a:rPr lang="en-US" altLang="ko-KR" sz="1600" dirty="0">
                <a:latin typeface="+mj-ea"/>
                <a:ea typeface="+mj-ea"/>
              </a:rPr>
              <a:t>O)</a:t>
            </a:r>
            <a:r>
              <a:rPr lang="ko-KR" altLang="en-US" sz="1600" dirty="0" err="1">
                <a:latin typeface="+mj-ea"/>
                <a:ea typeface="+mj-ea"/>
              </a:rPr>
              <a:t>로빠져나가고</a:t>
            </a:r>
            <a:r>
              <a:rPr lang="en-US" altLang="ko-KR" sz="1600" dirty="0">
                <a:latin typeface="+mj-ea"/>
                <a:ea typeface="+mj-ea"/>
              </a:rPr>
              <a:t>, Al-O-Al </a:t>
            </a:r>
            <a:r>
              <a:rPr lang="ko-KR" altLang="en-US" sz="1600" dirty="0">
                <a:latin typeface="+mj-ea"/>
                <a:ea typeface="+mj-ea"/>
              </a:rPr>
              <a:t>결합 형성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600" baseline="-250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Al-OH +HO-Al </a:t>
            </a:r>
            <a:r>
              <a:rPr lang="en-US" altLang="ko-KR" sz="1600" dirty="0">
                <a:latin typeface="+mj-ea"/>
                <a:ea typeface="+mj-ea"/>
                <a:sym typeface="Wingdings" panose="05000000000000000000" pitchFamily="2" charset="2"/>
              </a:rPr>
              <a:t> Al-O-Al +H</a:t>
            </a:r>
            <a:r>
              <a:rPr lang="en-US" altLang="ko-KR" sz="1600" baseline="-25000" dirty="0">
                <a:latin typeface="+mj-ea"/>
                <a:ea typeface="+mj-ea"/>
                <a:sym typeface="Wingdings" panose="05000000000000000000" pitchFamily="2" charset="2"/>
              </a:rPr>
              <a:t>2</a:t>
            </a:r>
            <a:r>
              <a:rPr lang="en-US" altLang="ko-KR" sz="1600" dirty="0">
                <a:latin typeface="+mj-ea"/>
                <a:ea typeface="+mj-ea"/>
                <a:sym typeface="Wingdings" panose="05000000000000000000" pitchFamily="2" charset="2"/>
              </a:rPr>
              <a:t>O  [Al</a:t>
            </a:r>
            <a:r>
              <a:rPr lang="ko-KR" altLang="en-US" sz="1600" dirty="0">
                <a:latin typeface="+mj-ea"/>
                <a:ea typeface="+mj-ea"/>
                <a:sym typeface="Wingdings" panose="05000000000000000000" pitchFamily="2" charset="2"/>
              </a:rPr>
              <a:t>의 경우 </a:t>
            </a:r>
            <a:r>
              <a:rPr lang="en-US" altLang="ko-KR" sz="1600" dirty="0">
                <a:latin typeface="+mj-ea"/>
                <a:ea typeface="+mj-ea"/>
                <a:sym typeface="Wingdings" panose="05000000000000000000" pitchFamily="2" charset="2"/>
              </a:rPr>
              <a:t>250~350’C</a:t>
            </a:r>
            <a:r>
              <a:rPr lang="ko-KR" altLang="en-US" sz="1600" dirty="0">
                <a:latin typeface="+mj-ea"/>
                <a:ea typeface="+mj-ea"/>
                <a:sym typeface="Wingdings" panose="05000000000000000000" pitchFamily="2" charset="2"/>
              </a:rPr>
              <a:t>에서 </a:t>
            </a:r>
            <a:r>
              <a:rPr lang="en-US" altLang="ko-KR" sz="1600" dirty="0"/>
              <a:t>oxide network </a:t>
            </a:r>
            <a:r>
              <a:rPr lang="ko-KR" altLang="en-US" sz="1600" dirty="0"/>
              <a:t>생성</a:t>
            </a:r>
            <a:r>
              <a:rPr lang="en-US" altLang="ko-KR" sz="1600" dirty="0"/>
              <a:t>]</a:t>
            </a:r>
            <a:endParaRPr lang="en-US" altLang="ko-KR" sz="1600" baseline="-25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5539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BC2EB-9E08-644B-E7CF-0DF26B6C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A769D4-65BF-6E17-8D25-865044ACC56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1: Concept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C305A-EC03-A696-67E7-C5833F42D9B5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5090C3-284D-C0F5-73DF-5E5B28E07D12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55D7B-779B-8F2C-4887-F5B0DF1008C4}"/>
              </a:ext>
            </a:extLst>
          </p:cNvPr>
          <p:cNvSpPr/>
          <p:nvPr/>
        </p:nvSpPr>
        <p:spPr>
          <a:xfrm>
            <a:off x="318659" y="3661493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 imaging</a:t>
            </a: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Line, Circle, Square, Logo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C5BB85-22C3-D1A4-77BA-0425F9811029}"/>
              </a:ext>
            </a:extLst>
          </p:cNvPr>
          <p:cNvSpPr/>
          <p:nvPr/>
        </p:nvSpPr>
        <p:spPr>
          <a:xfrm>
            <a:off x="4778908" y="1874126"/>
            <a:ext cx="3652735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Glass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D9886A-2DA3-74B6-AD65-E8FBAEF35DAA}"/>
              </a:ext>
            </a:extLst>
          </p:cNvPr>
          <p:cNvSpPr/>
          <p:nvPr/>
        </p:nvSpPr>
        <p:spPr>
          <a:xfrm>
            <a:off x="5811014" y="1504794"/>
            <a:ext cx="1603245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Al2O3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D6AFC-DD53-12FF-FA92-12C36579C5A7}"/>
              </a:ext>
            </a:extLst>
          </p:cNvPr>
          <p:cNvSpPr txBox="1"/>
          <p:nvPr/>
        </p:nvSpPr>
        <p:spPr>
          <a:xfrm>
            <a:off x="4778908" y="711716"/>
            <a:ext cx="6040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0.4 M (~20nm)</a:t>
            </a:r>
          </a:p>
          <a:p>
            <a:r>
              <a:rPr lang="en-US" altLang="ko-KR" b="1" dirty="0"/>
              <a:t>T = No annealing, 200, 300, 400, 500 (Furnace, 2hr)</a:t>
            </a:r>
            <a:endParaRPr lang="ko-KR" altLang="en-US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6A858DE-3D18-491D-D764-23CD3529B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8730"/>
              </p:ext>
            </p:extLst>
          </p:nvPr>
        </p:nvGraphicFramePr>
        <p:xfrm>
          <a:off x="4169341" y="2478446"/>
          <a:ext cx="77040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000">
                  <a:extLst>
                    <a:ext uri="{9D8B030D-6E8A-4147-A177-3AD203B41FA5}">
                      <a16:colId xmlns:a16="http://schemas.microsoft.com/office/drawing/2014/main" val="265496276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37163387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7681582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0083432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57426185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19271707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5384692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공정조건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박정우 교수님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공실관 의뢰</a:t>
                      </a:r>
                      <a:endParaRPr lang="en-US" altLang="ko-KR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(Pattern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시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Mask X)</a:t>
                      </a:r>
                      <a:endParaRPr lang="ko-KR" alt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MIM Capacitor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제작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(15pt)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90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Molarity (M)</a:t>
                      </a:r>
                      <a:endParaRPr lang="ko-KR" altLang="en-US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ko-KR" b="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ko-KR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ko-KR" altLang="en-US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℃</a:t>
                      </a:r>
                      <a:r>
                        <a:rPr lang="en-US" altLang="ko-KR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FT-IR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XPS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 vs f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 vs 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2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18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D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570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50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4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33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56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55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5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51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0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8F75-37EB-D399-F75B-8ADFBA5B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11155F-4E62-EDCF-FD31-BDC86F2F838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2: PA Processing dependence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18F5D-CE76-136D-03C5-F2A801DE3059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A889D8-7637-7565-BF23-58D7EC9AB38D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3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CE54-485D-065D-69BD-E1EEA130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C516A6-57FF-D649-1B16-EC0956604B1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3: Physical/Chemical Origin (XPS, FT-IR)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6808A-A6B3-4A5E-6D9A-3D6EAF8CC5BC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6B0BDA-27CB-011B-6310-15D2686A9F0B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9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81EAE-4880-DC48-55C1-8219F6AA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3487F1-ED1F-A4EE-A21C-E58E2D34167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4: Electrical Correlation (C, k, J, BV)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969839-E7CD-EA76-995C-FEB70C7A8903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2C9937-CED7-67C2-4033-A01221FF7F84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798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502D-B7EE-0E7E-B7CF-F9AD7FE6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658368-1D43-2F85-C8DE-3D109EEDD74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5: Spatial Defect Inspection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728B8-1383-1C4E-86A9-3CBB4248F1CC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51CFDA-9E02-867D-8F5B-5436F23CE668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772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967C-B406-F582-E7B9-DAA3B73C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21BBB-0CF0-2E55-BADE-ADA9663BD3D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6: Invisible processing barcode</a:t>
            </a:r>
            <a:endParaRPr lang="ko-KR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B0FAEB-220D-C453-C7D3-8597F1C9318E}"/>
              </a:ext>
            </a:extLst>
          </p:cNvPr>
          <p:cNvSpPr txBox="1"/>
          <p:nvPr/>
        </p:nvSpPr>
        <p:spPr>
          <a:xfrm>
            <a:off x="0" y="527050"/>
            <a:ext cx="273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C3450D-51A9-6EB8-E998-FF21B8E68C97}"/>
              </a:ext>
            </a:extLst>
          </p:cNvPr>
          <p:cNvSpPr/>
          <p:nvPr/>
        </p:nvSpPr>
        <p:spPr>
          <a:xfrm>
            <a:off x="318659" y="778129"/>
            <a:ext cx="3441700" cy="20051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Concept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33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8232</TotalTime>
  <Words>833</Words>
  <Application>Microsoft Office PowerPoint</Application>
  <PresentationFormat>와이드스크린</PresentationFormat>
  <Paragraphs>202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TDTD강굴림</vt:lpstr>
      <vt:lpstr>맑은 고딕</vt:lpstr>
      <vt:lpstr>Arial</vt:lpstr>
      <vt:lpstr>Wingdings</vt:lpstr>
      <vt:lpstr>Office 테마</vt:lpstr>
      <vt:lpstr>Photoacoustic Mapping of Processing-Induced Physicochemical Heterogeneity in Solution-Processed High-k Dielectrics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 kyoung kim</dc:creator>
  <cp:lastModifiedBy>배진혁</cp:lastModifiedBy>
  <cp:revision>8</cp:revision>
  <dcterms:created xsi:type="dcterms:W3CDTF">2026-09-19T07:17:23Z</dcterms:created>
  <dcterms:modified xsi:type="dcterms:W3CDTF">2026-10-07T10:20:18Z</dcterms:modified>
</cp:coreProperties>
</file>
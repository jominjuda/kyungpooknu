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28413B-F38B-4814-B2FA-50CA96FFB79B}" v="4" dt="2026-06-26T11:08:33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민주" userId="275d7e43-ea77-4ff6-9f77-0d62cec19855" providerId="ADAL" clId="{257DC537-F574-49C9-8FEE-F7E009E2D689}"/>
    <pc:docChg chg="undo custSel addSld modSld">
      <pc:chgData name="조민주" userId="275d7e43-ea77-4ff6-9f77-0d62cec19855" providerId="ADAL" clId="{257DC537-F574-49C9-8FEE-F7E009E2D689}" dt="2026-06-24T16:41:01.879" v="2212" actId="20577"/>
      <pc:docMkLst>
        <pc:docMk/>
      </pc:docMkLst>
      <pc:sldChg chg="addSp modSp mod">
        <pc:chgData name="조민주" userId="275d7e43-ea77-4ff6-9f77-0d62cec19855" providerId="ADAL" clId="{257DC537-F574-49C9-8FEE-F7E009E2D689}" dt="2026-06-24T02:26:08.741" v="1043" actId="1076"/>
        <pc:sldMkLst>
          <pc:docMk/>
          <pc:sldMk cId="980991908" sldId="256"/>
        </pc:sldMkLst>
        <pc:picChg chg="add mod">
          <ac:chgData name="조민주" userId="275d7e43-ea77-4ff6-9f77-0d62cec19855" providerId="ADAL" clId="{257DC537-F574-49C9-8FEE-F7E009E2D689}" dt="2026-06-24T02:26:08.741" v="1043" actId="1076"/>
          <ac:picMkLst>
            <pc:docMk/>
            <pc:sldMk cId="980991908" sldId="256"/>
            <ac:picMk id="3" creationId="{C896D999-3B62-E8D2-1EA2-FA9E37F1A117}"/>
          </ac:picMkLst>
        </pc:picChg>
      </pc:sldChg>
      <pc:sldChg chg="addSp modSp mod">
        <pc:chgData name="조민주" userId="275d7e43-ea77-4ff6-9f77-0d62cec19855" providerId="ADAL" clId="{257DC537-F574-49C9-8FEE-F7E009E2D689}" dt="2026-06-24T16:33:17.658" v="1800" actId="20577"/>
        <pc:sldMkLst>
          <pc:docMk/>
          <pc:sldMk cId="3108019413" sldId="257"/>
        </pc:sldMkLst>
        <pc:spChg chg="add mod">
          <ac:chgData name="조민주" userId="275d7e43-ea77-4ff6-9f77-0d62cec19855" providerId="ADAL" clId="{257DC537-F574-49C9-8FEE-F7E009E2D689}" dt="2026-06-24T02:23:17.194" v="1011" actId="1038"/>
          <ac:spMkLst>
            <pc:docMk/>
            <pc:sldMk cId="3108019413" sldId="257"/>
            <ac:spMk id="2" creationId="{774DAB21-1A0E-F135-0F8D-373CC0FBC18B}"/>
          </ac:spMkLst>
        </pc:spChg>
        <pc:spChg chg="add mod">
          <ac:chgData name="조민주" userId="275d7e43-ea77-4ff6-9f77-0d62cec19855" providerId="ADAL" clId="{257DC537-F574-49C9-8FEE-F7E009E2D689}" dt="2026-06-23T11:24:20.077" v="738" actId="20577"/>
          <ac:spMkLst>
            <pc:docMk/>
            <pc:sldMk cId="3108019413" sldId="257"/>
            <ac:spMk id="3" creationId="{6805DD00-EF8D-98E7-2F83-73A1B1B29E0D}"/>
          </ac:spMkLst>
        </pc:spChg>
        <pc:spChg chg="mod">
          <ac:chgData name="조민주" userId="275d7e43-ea77-4ff6-9f77-0d62cec19855" providerId="ADAL" clId="{257DC537-F574-49C9-8FEE-F7E009E2D689}" dt="2026-06-24T02:23:10.314" v="997" actId="1076"/>
          <ac:spMkLst>
            <pc:docMk/>
            <pc:sldMk cId="3108019413" sldId="257"/>
            <ac:spMk id="4" creationId="{C3FA374D-1E18-7F4D-33E4-3BC27239369C}"/>
          </ac:spMkLst>
        </pc:spChg>
        <pc:spChg chg="add mod">
          <ac:chgData name="조민주" userId="275d7e43-ea77-4ff6-9f77-0d62cec19855" providerId="ADAL" clId="{257DC537-F574-49C9-8FEE-F7E009E2D689}" dt="2026-06-24T02:25:34.841" v="1040" actId="1036"/>
          <ac:spMkLst>
            <pc:docMk/>
            <pc:sldMk cId="3108019413" sldId="257"/>
            <ac:spMk id="5" creationId="{55C5879C-7AFF-5799-AE71-C8886F91F7E3}"/>
          </ac:spMkLst>
        </pc:spChg>
        <pc:spChg chg="mod">
          <ac:chgData name="조민주" userId="275d7e43-ea77-4ff6-9f77-0d62cec19855" providerId="ADAL" clId="{257DC537-F574-49C9-8FEE-F7E009E2D689}" dt="2026-06-23T11:22:44.467" v="655" actId="1035"/>
          <ac:spMkLst>
            <pc:docMk/>
            <pc:sldMk cId="3108019413" sldId="257"/>
            <ac:spMk id="6" creationId="{E9E37D88-773E-EC5C-96EB-AA919C72FF96}"/>
          </ac:spMkLst>
        </pc:spChg>
        <pc:spChg chg="add mod">
          <ac:chgData name="조민주" userId="275d7e43-ea77-4ff6-9f77-0d62cec19855" providerId="ADAL" clId="{257DC537-F574-49C9-8FEE-F7E009E2D689}" dt="2026-06-24T02:25:13.421" v="1032" actId="115"/>
          <ac:spMkLst>
            <pc:docMk/>
            <pc:sldMk cId="3108019413" sldId="257"/>
            <ac:spMk id="7" creationId="{33A6B9EE-BE43-FC58-1815-3DEF5CF69C22}"/>
          </ac:spMkLst>
        </pc:spChg>
        <pc:spChg chg="mod">
          <ac:chgData name="조민주" userId="275d7e43-ea77-4ff6-9f77-0d62cec19855" providerId="ADAL" clId="{257DC537-F574-49C9-8FEE-F7E009E2D689}" dt="2026-06-24T02:28:31.259" v="1143" actId="20577"/>
          <ac:spMkLst>
            <pc:docMk/>
            <pc:sldMk cId="3108019413" sldId="257"/>
            <ac:spMk id="9" creationId="{AF0FE838-386B-7081-6D2A-3574155C4198}"/>
          </ac:spMkLst>
        </pc:spChg>
        <pc:spChg chg="mod">
          <ac:chgData name="조민주" userId="275d7e43-ea77-4ff6-9f77-0d62cec19855" providerId="ADAL" clId="{257DC537-F574-49C9-8FEE-F7E009E2D689}" dt="2026-06-24T16:33:17.658" v="1800" actId="20577"/>
          <ac:spMkLst>
            <pc:docMk/>
            <pc:sldMk cId="3108019413" sldId="257"/>
            <ac:spMk id="10" creationId="{08697E52-2559-3584-5CF7-FE14593DAABD}"/>
          </ac:spMkLst>
        </pc:spChg>
        <pc:spChg chg="mod">
          <ac:chgData name="조민주" userId="275d7e43-ea77-4ff6-9f77-0d62cec19855" providerId="ADAL" clId="{257DC537-F574-49C9-8FEE-F7E009E2D689}" dt="2026-06-24T02:12:25.829" v="788" actId="20577"/>
          <ac:spMkLst>
            <pc:docMk/>
            <pc:sldMk cId="3108019413" sldId="257"/>
            <ac:spMk id="12" creationId="{978443CD-D9FF-E64F-E4F0-CBEB4777DCFE}"/>
          </ac:spMkLst>
        </pc:spChg>
        <pc:spChg chg="mod">
          <ac:chgData name="조민주" userId="275d7e43-ea77-4ff6-9f77-0d62cec19855" providerId="ADAL" clId="{257DC537-F574-49C9-8FEE-F7E009E2D689}" dt="2026-06-23T11:22:44.467" v="655" actId="1035"/>
          <ac:spMkLst>
            <pc:docMk/>
            <pc:sldMk cId="3108019413" sldId="257"/>
            <ac:spMk id="13" creationId="{BD4F535F-062D-37E6-1515-627210A153DA}"/>
          </ac:spMkLst>
        </pc:spChg>
        <pc:spChg chg="mod">
          <ac:chgData name="조민주" userId="275d7e43-ea77-4ff6-9f77-0d62cec19855" providerId="ADAL" clId="{257DC537-F574-49C9-8FEE-F7E009E2D689}" dt="2026-06-24T05:21:40.406" v="1234" actId="5793"/>
          <ac:spMkLst>
            <pc:docMk/>
            <pc:sldMk cId="3108019413" sldId="257"/>
            <ac:spMk id="14" creationId="{D7C4020F-3CF5-9B34-0DE5-46C7E4243947}"/>
          </ac:spMkLst>
        </pc:spChg>
        <pc:spChg chg="mod">
          <ac:chgData name="조민주" userId="275d7e43-ea77-4ff6-9f77-0d62cec19855" providerId="ADAL" clId="{257DC537-F574-49C9-8FEE-F7E009E2D689}" dt="2026-06-24T02:23:17.194" v="1011" actId="1038"/>
          <ac:spMkLst>
            <pc:docMk/>
            <pc:sldMk cId="3108019413" sldId="257"/>
            <ac:spMk id="15" creationId="{277FEE1C-01DB-652E-A57A-466DC95832A8}"/>
          </ac:spMkLst>
        </pc:spChg>
        <pc:spChg chg="mod">
          <ac:chgData name="조민주" userId="275d7e43-ea77-4ff6-9f77-0d62cec19855" providerId="ADAL" clId="{257DC537-F574-49C9-8FEE-F7E009E2D689}" dt="2026-06-24T02:26:35.238" v="1068" actId="1038"/>
          <ac:spMkLst>
            <pc:docMk/>
            <pc:sldMk cId="3108019413" sldId="257"/>
            <ac:spMk id="18" creationId="{E314E81B-1D4D-4A33-A0D0-66E14445F23D}"/>
          </ac:spMkLst>
        </pc:spChg>
        <pc:spChg chg="mod">
          <ac:chgData name="조민주" userId="275d7e43-ea77-4ff6-9f77-0d62cec19855" providerId="ADAL" clId="{257DC537-F574-49C9-8FEE-F7E009E2D689}" dt="2026-06-23T11:22:51.120" v="667" actId="1036"/>
          <ac:spMkLst>
            <pc:docMk/>
            <pc:sldMk cId="3108019413" sldId="257"/>
            <ac:spMk id="19" creationId="{788D9E4E-1BC0-BC36-A3DE-CB79E60EF1F9}"/>
          </ac:spMkLst>
        </pc:spChg>
        <pc:spChg chg="mod">
          <ac:chgData name="조민주" userId="275d7e43-ea77-4ff6-9f77-0d62cec19855" providerId="ADAL" clId="{257DC537-F574-49C9-8FEE-F7E009E2D689}" dt="2026-06-23T11:22:51.120" v="667" actId="1036"/>
          <ac:spMkLst>
            <pc:docMk/>
            <pc:sldMk cId="3108019413" sldId="257"/>
            <ac:spMk id="20" creationId="{994232D0-71A5-1A6C-70E0-B8470114B797}"/>
          </ac:spMkLst>
        </pc:spChg>
        <pc:spChg chg="mod">
          <ac:chgData name="조민주" userId="275d7e43-ea77-4ff6-9f77-0d62cec19855" providerId="ADAL" clId="{257DC537-F574-49C9-8FEE-F7E009E2D689}" dt="2026-06-24T02:23:17.194" v="1011" actId="1038"/>
          <ac:spMkLst>
            <pc:docMk/>
            <pc:sldMk cId="3108019413" sldId="257"/>
            <ac:spMk id="22" creationId="{AF99C148-F944-AAA0-87A8-DB87D53F289F}"/>
          </ac:spMkLst>
        </pc:spChg>
        <pc:spChg chg="mod">
          <ac:chgData name="조민주" userId="275d7e43-ea77-4ff6-9f77-0d62cec19855" providerId="ADAL" clId="{257DC537-F574-49C9-8FEE-F7E009E2D689}" dt="2026-06-23T11:22:51.120" v="667" actId="1036"/>
          <ac:spMkLst>
            <pc:docMk/>
            <pc:sldMk cId="3108019413" sldId="257"/>
            <ac:spMk id="24" creationId="{29965CFA-42A5-F215-B811-7CFF149D778F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27" creationId="{E4AF9784-6CAD-016E-210B-222F8D375759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28" creationId="{90E6ADE2-85D1-FEC2-72AB-D7FA9173B856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29" creationId="{58051777-2422-9BF4-D4F0-1F8E27A94817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31" creationId="{383A1EE4-0D67-B29C-C9D0-2AC9BD4179FD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32" creationId="{7D3E4353-D55D-D2D0-A5D9-B8EBCF9BC83F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33" creationId="{6F1713D3-E444-5791-4163-FBCE13B24710}"/>
          </ac:spMkLst>
        </pc:spChg>
        <pc:spChg chg="mod">
          <ac:chgData name="조민주" userId="275d7e43-ea77-4ff6-9f77-0d62cec19855" providerId="ADAL" clId="{257DC537-F574-49C9-8FEE-F7E009E2D689}" dt="2026-06-24T02:22:50.056" v="962" actId="1036"/>
          <ac:spMkLst>
            <pc:docMk/>
            <pc:sldMk cId="3108019413" sldId="257"/>
            <ac:spMk id="34" creationId="{78D83CD6-F6E2-31F3-4BF4-D04E37E0F35A}"/>
          </ac:spMkLst>
        </pc:spChg>
        <pc:spChg chg="add mod">
          <ac:chgData name="조민주" userId="275d7e43-ea77-4ff6-9f77-0d62cec19855" providerId="ADAL" clId="{257DC537-F574-49C9-8FEE-F7E009E2D689}" dt="2026-06-24T02:31:33.095" v="1226" actId="20577"/>
          <ac:spMkLst>
            <pc:docMk/>
            <pc:sldMk cId="3108019413" sldId="257"/>
            <ac:spMk id="35" creationId="{B19EDB7D-09D4-F67A-C003-69F02DB4A4E7}"/>
          </ac:spMkLst>
        </pc:spChg>
      </pc:sldChg>
      <pc:sldChg chg="addSp delSp modSp new mod">
        <pc:chgData name="조민주" userId="275d7e43-ea77-4ff6-9f77-0d62cec19855" providerId="ADAL" clId="{257DC537-F574-49C9-8FEE-F7E009E2D689}" dt="2026-06-24T16:41:01.879" v="2212" actId="20577"/>
        <pc:sldMkLst>
          <pc:docMk/>
          <pc:sldMk cId="2899594133" sldId="258"/>
        </pc:sldMkLst>
        <pc:spChg chg="del">
          <ac:chgData name="조민주" userId="275d7e43-ea77-4ff6-9f77-0d62cec19855" providerId="ADAL" clId="{257DC537-F574-49C9-8FEE-F7E009E2D689}" dt="2026-06-24T16:24:17.523" v="1236" actId="478"/>
          <ac:spMkLst>
            <pc:docMk/>
            <pc:sldMk cId="2899594133" sldId="258"/>
            <ac:spMk id="2" creationId="{F20DCAE9-2A56-19CD-B782-FC04A87B1774}"/>
          </ac:spMkLst>
        </pc:spChg>
        <pc:spChg chg="del">
          <ac:chgData name="조민주" userId="275d7e43-ea77-4ff6-9f77-0d62cec19855" providerId="ADAL" clId="{257DC537-F574-49C9-8FEE-F7E009E2D689}" dt="2026-06-24T16:24:21.087" v="1237" actId="478"/>
          <ac:spMkLst>
            <pc:docMk/>
            <pc:sldMk cId="2899594133" sldId="258"/>
            <ac:spMk id="3" creationId="{92C5A6D9-C5DC-06CB-B1A3-834746D96527}"/>
          </ac:spMkLst>
        </pc:spChg>
        <pc:spChg chg="add mod">
          <ac:chgData name="조민주" userId="275d7e43-ea77-4ff6-9f77-0d62cec19855" providerId="ADAL" clId="{257DC537-F574-49C9-8FEE-F7E009E2D689}" dt="2026-06-24T16:24:59.586" v="1241" actId="255"/>
          <ac:spMkLst>
            <pc:docMk/>
            <pc:sldMk cId="2899594133" sldId="258"/>
            <ac:spMk id="4" creationId="{A7258876-431F-5A13-AD5C-47CE66E766C9}"/>
          </ac:spMkLst>
        </pc:spChg>
        <pc:spChg chg="add mod">
          <ac:chgData name="조민주" userId="275d7e43-ea77-4ff6-9f77-0d62cec19855" providerId="ADAL" clId="{257DC537-F574-49C9-8FEE-F7E009E2D689}" dt="2026-06-24T16:24:59.586" v="1241" actId="255"/>
          <ac:spMkLst>
            <pc:docMk/>
            <pc:sldMk cId="2899594133" sldId="258"/>
            <ac:spMk id="5" creationId="{D6A7FE7A-2131-E6AC-9A9A-C697FF900C06}"/>
          </ac:spMkLst>
        </pc:spChg>
        <pc:spChg chg="add mod">
          <ac:chgData name="조민주" userId="275d7e43-ea77-4ff6-9f77-0d62cec19855" providerId="ADAL" clId="{257DC537-F574-49C9-8FEE-F7E009E2D689}" dt="2026-06-24T16:24:59.586" v="1241" actId="255"/>
          <ac:spMkLst>
            <pc:docMk/>
            <pc:sldMk cId="2899594133" sldId="258"/>
            <ac:spMk id="6" creationId="{0EBBAE63-FF3F-3392-6249-E0079BB74636}"/>
          </ac:spMkLst>
        </pc:spChg>
        <pc:spChg chg="add mod">
          <ac:chgData name="조민주" userId="275d7e43-ea77-4ff6-9f77-0d62cec19855" providerId="ADAL" clId="{257DC537-F574-49C9-8FEE-F7E009E2D689}" dt="2026-06-24T16:38:56.027" v="2022" actId="20577"/>
          <ac:spMkLst>
            <pc:docMk/>
            <pc:sldMk cId="2899594133" sldId="258"/>
            <ac:spMk id="8" creationId="{ED65AE81-CBA0-C6C7-C78E-9841340E53C0}"/>
          </ac:spMkLst>
        </pc:spChg>
        <pc:spChg chg="add mod">
          <ac:chgData name="조민주" userId="275d7e43-ea77-4ff6-9f77-0d62cec19855" providerId="ADAL" clId="{257DC537-F574-49C9-8FEE-F7E009E2D689}" dt="2026-06-24T16:35:11.268" v="1852" actId="14100"/>
          <ac:spMkLst>
            <pc:docMk/>
            <pc:sldMk cId="2899594133" sldId="258"/>
            <ac:spMk id="9" creationId="{29A40C96-03C0-302C-CE26-46DB557E3900}"/>
          </ac:spMkLst>
        </pc:spChg>
        <pc:spChg chg="add mod">
          <ac:chgData name="조민주" userId="275d7e43-ea77-4ff6-9f77-0d62cec19855" providerId="ADAL" clId="{257DC537-F574-49C9-8FEE-F7E009E2D689}" dt="2026-06-24T16:41:01.879" v="2212" actId="20577"/>
          <ac:spMkLst>
            <pc:docMk/>
            <pc:sldMk cId="2899594133" sldId="258"/>
            <ac:spMk id="11" creationId="{45EB15DF-7E6B-5422-B6DF-27CB0F60AA11}"/>
          </ac:spMkLst>
        </pc:spChg>
        <pc:grpChg chg="add mod">
          <ac:chgData name="조민주" userId="275d7e43-ea77-4ff6-9f77-0d62cec19855" providerId="ADAL" clId="{257DC537-F574-49C9-8FEE-F7E009E2D689}" dt="2026-06-24T16:25:22.667" v="1245" actId="1076"/>
          <ac:grpSpMkLst>
            <pc:docMk/>
            <pc:sldMk cId="2899594133" sldId="258"/>
            <ac:grpSpMk id="7" creationId="{09921500-EA9F-02A4-E293-4E7EFF817349}"/>
          </ac:grpSpMkLst>
        </pc:grpChg>
        <pc:graphicFrameChg chg="add mod modGraphic">
          <ac:chgData name="조민주" userId="275d7e43-ea77-4ff6-9f77-0d62cec19855" providerId="ADAL" clId="{257DC537-F574-49C9-8FEE-F7E009E2D689}" dt="2026-06-24T16:37:44.735" v="1963" actId="20577"/>
          <ac:graphicFrameMkLst>
            <pc:docMk/>
            <pc:sldMk cId="2899594133" sldId="258"/>
            <ac:graphicFrameMk id="10" creationId="{CBA65D8C-9A3B-BC99-B874-3792E9801A8E}"/>
          </ac:graphicFrameMkLst>
        </pc:graphicFrameChg>
      </pc:sldChg>
    </pc:docChg>
  </pc:docChgLst>
  <pc:docChgLst>
    <pc:chgData name="조민주" userId="275d7e43-ea77-4ff6-9f77-0d62cec19855" providerId="ADAL" clId="{EE28413B-F38B-4814-B2FA-50CA96FFB79B}"/>
    <pc:docChg chg="custSel addSld modSld">
      <pc:chgData name="조민주" userId="275d7e43-ea77-4ff6-9f77-0d62cec19855" providerId="ADAL" clId="{EE28413B-F38B-4814-B2FA-50CA96FFB79B}" dt="2026-06-26T11:08:41.575" v="203" actId="1035"/>
      <pc:docMkLst>
        <pc:docMk/>
      </pc:docMkLst>
      <pc:sldChg chg="addSp modSp mod">
        <pc:chgData name="조민주" userId="275d7e43-ea77-4ff6-9f77-0d62cec19855" providerId="ADAL" clId="{EE28413B-F38B-4814-B2FA-50CA96FFB79B}" dt="2026-06-26T11:04:29.871" v="30" actId="1076"/>
        <pc:sldMkLst>
          <pc:docMk/>
          <pc:sldMk cId="3108019413" sldId="257"/>
        </pc:sldMkLst>
        <pc:spChg chg="mod">
          <ac:chgData name="조민주" userId="275d7e43-ea77-4ff6-9f77-0d62cec19855" providerId="ADAL" clId="{EE28413B-F38B-4814-B2FA-50CA96FFB79B}" dt="2026-06-26T06:43:46.849" v="3" actId="20577"/>
          <ac:spMkLst>
            <pc:docMk/>
            <pc:sldMk cId="3108019413" sldId="257"/>
            <ac:spMk id="11" creationId="{E3D70054-CB13-B8A6-8268-7597A1C9CD3B}"/>
          </ac:spMkLst>
        </pc:spChg>
        <pc:spChg chg="add mod">
          <ac:chgData name="조민주" userId="275d7e43-ea77-4ff6-9f77-0d62cec19855" providerId="ADAL" clId="{EE28413B-F38B-4814-B2FA-50CA96FFB79B}" dt="2026-06-26T11:04:29.871" v="30" actId="1076"/>
          <ac:spMkLst>
            <pc:docMk/>
            <pc:sldMk cId="3108019413" sldId="257"/>
            <ac:spMk id="16" creationId="{465A65EC-97BA-B81B-ADDD-727689D306D0}"/>
          </ac:spMkLst>
        </pc:spChg>
      </pc:sldChg>
      <pc:sldChg chg="modSp mod">
        <pc:chgData name="조민주" userId="275d7e43-ea77-4ff6-9f77-0d62cec19855" providerId="ADAL" clId="{EE28413B-F38B-4814-B2FA-50CA96FFB79B}" dt="2026-06-26T06:51:58.418" v="5" actId="20577"/>
        <pc:sldMkLst>
          <pc:docMk/>
          <pc:sldMk cId="2899594133" sldId="258"/>
        </pc:sldMkLst>
        <pc:spChg chg="mod">
          <ac:chgData name="조민주" userId="275d7e43-ea77-4ff6-9f77-0d62cec19855" providerId="ADAL" clId="{EE28413B-F38B-4814-B2FA-50CA96FFB79B}" dt="2026-06-26T06:51:58.418" v="5" actId="20577"/>
          <ac:spMkLst>
            <pc:docMk/>
            <pc:sldMk cId="2899594133" sldId="258"/>
            <ac:spMk id="8" creationId="{ED65AE81-CBA0-C6C7-C78E-9841340E53C0}"/>
          </ac:spMkLst>
        </pc:spChg>
      </pc:sldChg>
      <pc:sldChg chg="addSp delSp modSp add mod">
        <pc:chgData name="조민주" userId="275d7e43-ea77-4ff6-9f77-0d62cec19855" providerId="ADAL" clId="{EE28413B-F38B-4814-B2FA-50CA96FFB79B}" dt="2026-06-26T11:08:41.575" v="203" actId="1035"/>
        <pc:sldMkLst>
          <pc:docMk/>
          <pc:sldMk cId="3344024669" sldId="259"/>
        </pc:sldMkLst>
        <pc:spChg chg="mod">
          <ac:chgData name="조민주" userId="275d7e43-ea77-4ff6-9f77-0d62cec19855" providerId="ADAL" clId="{EE28413B-F38B-4814-B2FA-50CA96FFB79B}" dt="2026-06-26T11:08:27.634" v="193" actId="20577"/>
          <ac:spMkLst>
            <pc:docMk/>
            <pc:sldMk cId="3344024669" sldId="259"/>
            <ac:spMk id="5" creationId="{55C5879C-7AFF-5799-AE71-C8886F91F7E3}"/>
          </ac:spMkLst>
        </pc:spChg>
        <pc:spChg chg="mod">
          <ac:chgData name="조민주" userId="275d7e43-ea77-4ff6-9f77-0d62cec19855" providerId="ADAL" clId="{EE28413B-F38B-4814-B2FA-50CA96FFB79B}" dt="2026-06-26T11:04:52.841" v="63" actId="1038"/>
          <ac:spMkLst>
            <pc:docMk/>
            <pc:sldMk cId="3344024669" sldId="259"/>
            <ac:spMk id="6" creationId="{E9E37D88-773E-EC5C-96EB-AA919C72FF96}"/>
          </ac:spMkLst>
        </pc:spChg>
        <pc:spChg chg="mod">
          <ac:chgData name="조민주" userId="275d7e43-ea77-4ff6-9f77-0d62cec19855" providerId="ADAL" clId="{EE28413B-F38B-4814-B2FA-50CA96FFB79B}" dt="2026-06-26T11:08:11.101" v="189" actId="20577"/>
          <ac:spMkLst>
            <pc:docMk/>
            <pc:sldMk cId="3344024669" sldId="259"/>
            <ac:spMk id="7" creationId="{33A6B9EE-BE43-FC58-1815-3DEF5CF69C22}"/>
          </ac:spMkLst>
        </pc:spChg>
        <pc:spChg chg="add mod">
          <ac:chgData name="조민주" userId="275d7e43-ea77-4ff6-9f77-0d62cec19855" providerId="ADAL" clId="{EE28413B-F38B-4814-B2FA-50CA96FFB79B}" dt="2026-06-26T11:03:49.596" v="21" actId="1076"/>
          <ac:spMkLst>
            <pc:docMk/>
            <pc:sldMk cId="3344024669" sldId="259"/>
            <ac:spMk id="8" creationId="{C1ED1B36-86D8-5335-0CEF-C2A5C5A218FD}"/>
          </ac:spMkLst>
        </pc:spChg>
        <pc:spChg chg="mod">
          <ac:chgData name="조민주" userId="275d7e43-ea77-4ff6-9f77-0d62cec19855" providerId="ADAL" clId="{EE28413B-F38B-4814-B2FA-50CA96FFB79B}" dt="2026-06-26T11:04:52.841" v="63" actId="1038"/>
          <ac:spMkLst>
            <pc:docMk/>
            <pc:sldMk cId="3344024669" sldId="259"/>
            <ac:spMk id="13" creationId="{BD4F535F-062D-37E6-1515-627210A153DA}"/>
          </ac:spMkLst>
        </pc:spChg>
        <pc:spChg chg="add mod">
          <ac:chgData name="조민주" userId="275d7e43-ea77-4ff6-9f77-0d62cec19855" providerId="ADAL" clId="{EE28413B-F38B-4814-B2FA-50CA96FFB79B}" dt="2026-06-26T11:06:34.146" v="180" actId="14100"/>
          <ac:spMkLst>
            <pc:docMk/>
            <pc:sldMk cId="3344024669" sldId="259"/>
            <ac:spMk id="16" creationId="{8D3C4908-17A3-5A76-7FC6-0E9DBA6BF265}"/>
          </ac:spMkLst>
        </pc:spChg>
        <pc:spChg chg="mod">
          <ac:chgData name="조민주" userId="275d7e43-ea77-4ff6-9f77-0d62cec19855" providerId="ADAL" clId="{EE28413B-F38B-4814-B2FA-50CA96FFB79B}" dt="2026-06-26T11:04:52.841" v="63" actId="1038"/>
          <ac:spMkLst>
            <pc:docMk/>
            <pc:sldMk cId="3344024669" sldId="259"/>
            <ac:spMk id="19" creationId="{788D9E4E-1BC0-BC36-A3DE-CB79E60EF1F9}"/>
          </ac:spMkLst>
        </pc:spChg>
        <pc:spChg chg="mod">
          <ac:chgData name="조민주" userId="275d7e43-ea77-4ff6-9f77-0d62cec19855" providerId="ADAL" clId="{EE28413B-F38B-4814-B2FA-50CA96FFB79B}" dt="2026-06-26T11:04:52.841" v="63" actId="1038"/>
          <ac:spMkLst>
            <pc:docMk/>
            <pc:sldMk cId="3344024669" sldId="259"/>
            <ac:spMk id="20" creationId="{994232D0-71A5-1A6C-70E0-B8470114B797}"/>
          </ac:spMkLst>
        </pc:spChg>
        <pc:spChg chg="add mod">
          <ac:chgData name="조민주" userId="275d7e43-ea77-4ff6-9f77-0d62cec19855" providerId="ADAL" clId="{EE28413B-F38B-4814-B2FA-50CA96FFB79B}" dt="2026-06-26T11:07:22.605" v="186" actId="1076"/>
          <ac:spMkLst>
            <pc:docMk/>
            <pc:sldMk cId="3344024669" sldId="259"/>
            <ac:spMk id="23" creationId="{5AAD887D-10C3-D5A2-E4DE-2A826B150D36}"/>
          </ac:spMkLst>
        </pc:spChg>
        <pc:spChg chg="mod">
          <ac:chgData name="조민주" userId="275d7e43-ea77-4ff6-9f77-0d62cec19855" providerId="ADAL" clId="{EE28413B-F38B-4814-B2FA-50CA96FFB79B}" dt="2026-06-26T11:04:52.841" v="63" actId="1038"/>
          <ac:spMkLst>
            <pc:docMk/>
            <pc:sldMk cId="3344024669" sldId="259"/>
            <ac:spMk id="24" creationId="{29965CFA-42A5-F215-B811-7CFF149D778F}"/>
          </ac:spMkLst>
        </pc:spChg>
        <pc:spChg chg="add mod">
          <ac:chgData name="조민주" userId="275d7e43-ea77-4ff6-9f77-0d62cec19855" providerId="ADAL" clId="{EE28413B-F38B-4814-B2FA-50CA96FFB79B}" dt="2026-06-26T11:08:41.575" v="203" actId="1035"/>
          <ac:spMkLst>
            <pc:docMk/>
            <pc:sldMk cId="3344024669" sldId="259"/>
            <ac:spMk id="26" creationId="{D291AA89-6C90-63F6-83BF-F0BD41A94C6B}"/>
          </ac:spMkLst>
        </pc:spChg>
        <pc:spChg chg="del mod">
          <ac:chgData name="조민주" userId="275d7e43-ea77-4ff6-9f77-0d62cec19855" providerId="ADAL" clId="{EE28413B-F38B-4814-B2FA-50CA96FFB79B}" dt="2026-06-26T11:03:02.828" v="8" actId="478"/>
          <ac:spMkLst>
            <pc:docMk/>
            <pc:sldMk cId="3344024669" sldId="259"/>
            <ac:spMk id="35" creationId="{B19EDB7D-09D4-F67A-C003-69F02DB4A4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7A05E-2073-FEA3-C901-121175792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651C87-871C-16C0-42F2-B9537786E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682265-BA43-6172-875B-FF5E370E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CF13C1-9FEE-CD07-16CC-46B0127C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DD65A6-62EF-4703-1A2A-E407DDEB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63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3E415-77BE-9557-A452-B724F1E4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7279F-854E-553E-9B9B-949851439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DF894-ADFE-FF73-C889-CB31FA50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9508A-08AE-D751-AA96-59116263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9AE936-C07C-13E9-EE9F-1FE64E4F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20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69063-FB79-C97E-350B-D4C5279D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7FE236-F548-84F6-7464-1153106A9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34890-2707-3734-A3FF-B91B4EFC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B153C-0E98-A296-2AA3-9C20B483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B97AB-220F-E300-38A0-2B01D8D8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67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CF6C9-87E1-4B00-77B3-44166EE0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8FC35D-3FE8-1CD2-2769-F7209E50C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CF6A99-77C2-B0A0-DF27-77AAED477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373B32-6C79-566D-3656-B31EB761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1CB1A-5522-491E-AF33-CA45E5D2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B261EF-E66A-7154-8082-D055A9F3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85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5DF49-3BD1-4E44-FE9B-00486266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EC0CA6-497C-6F02-FDD6-2C1E922D9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BA3DEB-A19D-EAEC-958B-4A566D9D9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28B526-E072-26CF-AA87-63BB809FE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E3E85B-7995-01A0-AB8C-C2B67DDE9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2C69FD-76E3-59DF-9331-08080CE3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D47306-7A47-86BE-1F96-A3F1121F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E8EB11-C934-0241-6301-E322DDE0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34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64908-C0BF-66AD-0701-CB39204E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33544A-1D7C-05AB-3957-A5C6173D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E4A50E-DF04-4E5B-B6C0-25900022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ECED20-FC6A-438C-9B97-DF8A6B56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74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CD4338-1950-3545-3E9D-A1096B67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79AA3F-D693-26AB-F56B-D7FA955B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4B1D4-B299-9905-C63E-96A6C4AA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60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C8EF9-D9C0-E771-7C66-FA8A2BC5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D48AB-B898-AA90-0EAD-77442DD26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85847E-44AB-E8A3-8686-8C915BBC3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E39A82-BC97-13D3-892E-82075031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926E3C-F2CA-2AA9-F972-098F74D0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FD88C7-3A6F-C77D-18CF-D1D546EF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68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C773D-54A6-2493-7B0F-3D251C41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7D9899-FD33-15A2-CC77-A515DFBCD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9B84E6-64E6-9F72-F813-928BC9655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AA5C53-1BE5-43EE-1E06-15F0C4C0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6AF8D7-CE6C-7ACD-CF5B-01A7E75EB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55E0C6-3D08-2F2B-D5EA-D9A1F2F8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66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E82DA-BED7-D04B-6F18-730068EC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4060FA-6A26-2B0F-743B-9E414F4A6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C10E50-D047-BB2B-895A-E3C036EA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C68E30-C7D0-065A-A142-DF35BABE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95F33-C4FF-F781-D609-13A456BC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23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66F565-266C-8AC8-61DD-CB42050EA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FEADAF-7C0F-0F71-3302-DA4428605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356D98-D4A7-F43E-9200-763928AEA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752B1-E4A9-7BB6-4063-28444064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8D3BFB-9140-4B34-0D7A-AAA830F1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45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1BFF8E-819D-42EB-C52E-2BA43834C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D75109-0F85-5EB6-2F25-AD638257A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3EF8E7-D9F5-ACD4-281F-F4543AABB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0BE13-C15B-4E61-BE51-4608BE0871CE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BD0E33-A435-7323-4C7C-4B7ACC306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C771D-966B-1879-FFB8-369FC3C21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DEDD41-6B27-4F26-A1FE-980E1B3D7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504ABB-296A-06E1-E394-805E0728A651}"/>
              </a:ext>
            </a:extLst>
          </p:cNvPr>
          <p:cNvSpPr txBox="1"/>
          <p:nvPr/>
        </p:nvSpPr>
        <p:spPr>
          <a:xfrm>
            <a:off x="182880" y="200297"/>
            <a:ext cx="49355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/>
              <a:t>Fabrication_260624 / AFM</a:t>
            </a:r>
            <a:r>
              <a:rPr lang="ko-KR" altLang="en-US" sz="2200" b="1" dirty="0"/>
              <a:t>시료 공정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37623-A433-2F05-28E4-7AC24E192677}"/>
              </a:ext>
            </a:extLst>
          </p:cNvPr>
          <p:cNvSpPr txBox="1"/>
          <p:nvPr/>
        </p:nvSpPr>
        <p:spPr>
          <a:xfrm>
            <a:off x="253412" y="2014120"/>
            <a:ext cx="2834430" cy="2220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/>
              <a:t>#post-anneal </a:t>
            </a:r>
          </a:p>
          <a:p>
            <a:pPr>
              <a:lnSpc>
                <a:spcPct val="200000"/>
              </a:lnSpc>
            </a:pPr>
            <a:r>
              <a:rPr lang="en-US" altLang="ko-KR" b="1" dirty="0"/>
              <a:t>D1) In</a:t>
            </a:r>
            <a:r>
              <a:rPr lang="ko-KR" altLang="en-US" b="1" dirty="0"/>
              <a:t> </a:t>
            </a:r>
            <a:r>
              <a:rPr lang="en-US" altLang="ko-KR" b="1" dirty="0"/>
              <a:t>0.2M</a:t>
            </a:r>
            <a:r>
              <a:rPr lang="ko-KR" altLang="en-US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200’C</a:t>
            </a:r>
            <a:r>
              <a:rPr lang="en-US" altLang="ko-KR" b="1" dirty="0"/>
              <a:t> 60m </a:t>
            </a:r>
          </a:p>
          <a:p>
            <a:pPr>
              <a:lnSpc>
                <a:spcPct val="200000"/>
              </a:lnSpc>
            </a:pPr>
            <a:r>
              <a:rPr lang="en-US" altLang="ko-KR" b="1" dirty="0"/>
              <a:t>D2) In</a:t>
            </a:r>
            <a:r>
              <a:rPr lang="ko-KR" altLang="en-US" b="1" dirty="0"/>
              <a:t> </a:t>
            </a:r>
            <a:r>
              <a:rPr lang="en-US" altLang="ko-KR" b="1" dirty="0"/>
              <a:t>0.2M</a:t>
            </a:r>
            <a:r>
              <a:rPr lang="ko-KR" altLang="en-US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350’C</a:t>
            </a:r>
            <a:r>
              <a:rPr lang="en-US" altLang="ko-KR" b="1" dirty="0"/>
              <a:t> 60m</a:t>
            </a:r>
            <a:endParaRPr lang="ko-KR" altLang="en-US" b="1" dirty="0"/>
          </a:p>
          <a:p>
            <a:pPr>
              <a:lnSpc>
                <a:spcPct val="200000"/>
              </a:lnSpc>
            </a:pPr>
            <a:r>
              <a:rPr lang="en-US" altLang="ko-KR" b="1" dirty="0"/>
              <a:t>D3) In</a:t>
            </a:r>
            <a:r>
              <a:rPr lang="ko-KR" altLang="en-US" b="1" dirty="0"/>
              <a:t> </a:t>
            </a:r>
            <a:r>
              <a:rPr lang="en-US" altLang="ko-KR" b="1" dirty="0"/>
              <a:t>0.2M</a:t>
            </a:r>
            <a:r>
              <a:rPr lang="ko-KR" altLang="en-US" b="1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500’C</a:t>
            </a:r>
            <a:r>
              <a:rPr lang="en-US" altLang="ko-KR" b="1" dirty="0"/>
              <a:t> 60m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CFF15-2953-D871-77A9-9B187631F26E}"/>
              </a:ext>
            </a:extLst>
          </p:cNvPr>
          <p:cNvSpPr txBox="1"/>
          <p:nvPr/>
        </p:nvSpPr>
        <p:spPr>
          <a:xfrm>
            <a:off x="121920" y="1075806"/>
            <a:ext cx="4131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모든 소자 </a:t>
            </a:r>
            <a:r>
              <a:rPr lang="en-US" altLang="ko-KR" b="1" dirty="0"/>
              <a:t>post-anneal</a:t>
            </a:r>
            <a:r>
              <a:rPr lang="ko-KR" altLang="en-US" b="1" dirty="0"/>
              <a:t>은 </a:t>
            </a:r>
            <a:r>
              <a:rPr lang="en-US" altLang="ko-KR" b="1" dirty="0"/>
              <a:t>Furnace</a:t>
            </a:r>
            <a:r>
              <a:rPr lang="ko-KR" altLang="en-US" b="1" dirty="0"/>
              <a:t>로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8BED-1E92-4B9F-0566-D9AD5A264F38}"/>
              </a:ext>
            </a:extLst>
          </p:cNvPr>
          <p:cNvSpPr txBox="1"/>
          <p:nvPr/>
        </p:nvSpPr>
        <p:spPr>
          <a:xfrm>
            <a:off x="182880" y="4474644"/>
            <a:ext cx="32672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민수 용액 </a:t>
            </a:r>
            <a:r>
              <a:rPr lang="en-US" altLang="ko-KR" dirty="0" err="1"/>
              <a:t>InOx</a:t>
            </a:r>
            <a:r>
              <a:rPr lang="en-US" altLang="ko-KR" dirty="0"/>
              <a:t> 0.2M 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프리어닐링</a:t>
            </a:r>
            <a:r>
              <a:rPr lang="ko-KR" altLang="en-US" dirty="0"/>
              <a:t> </a:t>
            </a:r>
            <a:r>
              <a:rPr lang="en-US" altLang="ko-KR" dirty="0"/>
              <a:t>90’C 5min / UV</a:t>
            </a:r>
            <a:r>
              <a:rPr lang="ko-KR" altLang="en-US" dirty="0"/>
              <a:t>패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367EB8-F41E-4DEB-A660-C8983E4F2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96D999-3B62-E8D2-1EA2-FA9E37F1A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6824"/>
            <a:ext cx="9163439" cy="20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9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A374D-1E18-7F4D-33E4-3BC27239369C}"/>
              </a:ext>
            </a:extLst>
          </p:cNvPr>
          <p:cNvSpPr txBox="1"/>
          <p:nvPr/>
        </p:nvSpPr>
        <p:spPr>
          <a:xfrm>
            <a:off x="1437862" y="4618328"/>
            <a:ext cx="356860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#post-anneal</a:t>
            </a:r>
            <a:r>
              <a:rPr lang="en-US" altLang="ko-KR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[Furnace]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37D88-773E-EC5C-96EB-AA919C72FF96}"/>
              </a:ext>
            </a:extLst>
          </p:cNvPr>
          <p:cNvSpPr txBox="1"/>
          <p:nvPr/>
        </p:nvSpPr>
        <p:spPr>
          <a:xfrm>
            <a:off x="7628807" y="3364413"/>
            <a:ext cx="2531462" cy="915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highlight>
                  <a:srgbClr val="FFFF00"/>
                </a:highlight>
              </a:rPr>
              <a:t>#Pre-Anneal</a:t>
            </a:r>
          </a:p>
          <a:p>
            <a:pPr>
              <a:lnSpc>
                <a:spcPct val="150000"/>
              </a:lnSpc>
            </a:pPr>
            <a:r>
              <a:rPr lang="ko-KR" altLang="en-US" b="1" dirty="0" err="1"/>
              <a:t>핫플레이트</a:t>
            </a:r>
            <a:r>
              <a:rPr lang="ko-KR" altLang="en-US" b="1" dirty="0"/>
              <a:t> </a:t>
            </a:r>
            <a:r>
              <a:rPr lang="en-US" altLang="ko-KR" b="1" dirty="0"/>
              <a:t>90’C 5min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FE838-386B-7081-6D2A-3574155C4198}"/>
              </a:ext>
            </a:extLst>
          </p:cNvPr>
          <p:cNvSpPr txBox="1"/>
          <p:nvPr/>
        </p:nvSpPr>
        <p:spPr>
          <a:xfrm>
            <a:off x="330329" y="3290107"/>
            <a:ext cx="2015295" cy="1256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#Mask </a:t>
            </a:r>
            <a:r>
              <a:rPr lang="ko-KR" altLang="en-US" sz="2200" b="1" dirty="0" err="1">
                <a:highlight>
                  <a:srgbClr val="FFFF00"/>
                </a:highlight>
              </a:rPr>
              <a:t>패터닝</a:t>
            </a:r>
            <a:endParaRPr lang="en-US" altLang="ko-KR" sz="2200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ko-KR" b="1" dirty="0"/>
              <a:t>UV</a:t>
            </a:r>
            <a:r>
              <a:rPr lang="ko-KR" altLang="en-US" b="1" dirty="0"/>
              <a:t>처리 </a:t>
            </a:r>
            <a:r>
              <a:rPr lang="en-US" altLang="ko-KR" b="1" dirty="0"/>
              <a:t>300</a:t>
            </a:r>
            <a:r>
              <a:rPr lang="ko-KR" altLang="en-US" b="1" dirty="0"/>
              <a:t>초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(</a:t>
            </a:r>
            <a:r>
              <a:rPr lang="ko-KR" altLang="en-US" sz="1200" b="1" dirty="0"/>
              <a:t>조건 잡는 용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개</a:t>
            </a:r>
            <a:r>
              <a:rPr lang="en-US" altLang="ko-KR" sz="1200" b="1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97E52-2559-3584-5CF7-FE14593DAABD}"/>
              </a:ext>
            </a:extLst>
          </p:cNvPr>
          <p:cNvSpPr txBox="1"/>
          <p:nvPr/>
        </p:nvSpPr>
        <p:spPr>
          <a:xfrm>
            <a:off x="8226630" y="1576143"/>
            <a:ext cx="2353529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#Soft Bake </a:t>
            </a:r>
          </a:p>
          <a:p>
            <a:pPr>
              <a:lnSpc>
                <a:spcPct val="150000"/>
              </a:lnSpc>
            </a:pPr>
            <a:r>
              <a:rPr lang="ko-KR" altLang="en-US" b="1" dirty="0" err="1"/>
              <a:t>핫플레이트</a:t>
            </a:r>
            <a:r>
              <a:rPr lang="ko-KR" altLang="en-US" b="1" dirty="0"/>
              <a:t> </a:t>
            </a:r>
            <a:r>
              <a:rPr lang="en-US" altLang="ko-KR" b="1" dirty="0"/>
              <a:t>90’C 10s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70054-CB13-B8A6-8268-7597A1C9CD3B}"/>
              </a:ext>
            </a:extLst>
          </p:cNvPr>
          <p:cNvSpPr txBox="1"/>
          <p:nvPr/>
        </p:nvSpPr>
        <p:spPr>
          <a:xfrm>
            <a:off x="242324" y="1576145"/>
            <a:ext cx="2983381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 Surface </a:t>
            </a:r>
            <a:r>
              <a:rPr lang="en-US" altLang="ko-KR" sz="2200" b="1" dirty="0" err="1">
                <a:highlight>
                  <a:srgbClr val="FFFF00"/>
                </a:highlight>
              </a:rPr>
              <a:t>Hydrophil</a:t>
            </a:r>
            <a:r>
              <a:rPr lang="en-US" altLang="ko-KR" sz="2200" b="1" dirty="0">
                <a:highlight>
                  <a:srgbClr val="FFFF00"/>
                </a:highlight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UV</a:t>
            </a:r>
            <a:r>
              <a:rPr lang="ko-KR" altLang="en-US" b="1" dirty="0"/>
              <a:t>처리 </a:t>
            </a:r>
            <a:r>
              <a:rPr lang="en-US" altLang="ko-KR" b="1" dirty="0"/>
              <a:t>1200s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4020F-3CF5-9B34-0DE5-46C7E4243947}"/>
              </a:ext>
            </a:extLst>
          </p:cNvPr>
          <p:cNvSpPr txBox="1"/>
          <p:nvPr/>
        </p:nvSpPr>
        <p:spPr>
          <a:xfrm>
            <a:off x="93596" y="154546"/>
            <a:ext cx="4750852" cy="1331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#Wafer Cleaning 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아세톤</a:t>
            </a:r>
            <a:r>
              <a:rPr lang="en-US" altLang="ko-KR" b="1" dirty="0"/>
              <a:t>- IPA –DIW- </a:t>
            </a:r>
            <a:r>
              <a:rPr lang="ko-KR" altLang="en-US" b="1" dirty="0" err="1"/>
              <a:t>핫플레이트</a:t>
            </a:r>
            <a:r>
              <a:rPr lang="ko-KR" altLang="en-US" b="1" dirty="0"/>
              <a:t> </a:t>
            </a:r>
            <a:r>
              <a:rPr lang="en-US" altLang="ko-KR" b="1" dirty="0"/>
              <a:t>90’C 10min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P+Wafer</a:t>
            </a:r>
            <a:r>
              <a:rPr lang="ko-KR" altLang="en-US" b="1" dirty="0"/>
              <a:t> </a:t>
            </a:r>
            <a:r>
              <a:rPr lang="en-US" altLang="ko-KR" b="1" dirty="0"/>
              <a:t>9</a:t>
            </a:r>
            <a:r>
              <a:rPr lang="ko-KR" altLang="en-US" b="1" dirty="0"/>
              <a:t>개 </a:t>
            </a:r>
            <a:endParaRPr lang="en-US" altLang="ko-K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443CD-D9FF-E64F-E4F0-CBEB4777DCFE}"/>
              </a:ext>
            </a:extLst>
          </p:cNvPr>
          <p:cNvSpPr txBox="1"/>
          <p:nvPr/>
        </p:nvSpPr>
        <p:spPr>
          <a:xfrm>
            <a:off x="3802537" y="1576144"/>
            <a:ext cx="4447179" cy="2208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#In Coating 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민수 용액 </a:t>
            </a:r>
            <a:r>
              <a:rPr lang="en-US" altLang="ko-KR" b="1" dirty="0" err="1"/>
              <a:t>InOx</a:t>
            </a:r>
            <a:r>
              <a:rPr lang="en-US" altLang="ko-KR" b="1" dirty="0"/>
              <a:t> 0.2M/ 0.11M </a:t>
            </a:r>
            <a:r>
              <a:rPr lang="ko-KR" altLang="en-US" b="1" dirty="0"/>
              <a:t>사용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79</a:t>
            </a:r>
            <a:r>
              <a:rPr lang="ko-KR" altLang="en-US" b="1" dirty="0"/>
              <a:t>번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(Target RPM3000,Ramping Rate 2s/1s)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F535F-062D-37E6-1515-627210A153DA}"/>
              </a:ext>
            </a:extLst>
          </p:cNvPr>
          <p:cNvSpPr txBox="1"/>
          <p:nvPr/>
        </p:nvSpPr>
        <p:spPr>
          <a:xfrm>
            <a:off x="4316241" y="3394484"/>
            <a:ext cx="1293944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#Ecth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DIW 1min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FEE1C-01DB-652E-A57A-466DC95832A8}"/>
              </a:ext>
            </a:extLst>
          </p:cNvPr>
          <p:cNvSpPr txBox="1"/>
          <p:nvPr/>
        </p:nvSpPr>
        <p:spPr>
          <a:xfrm>
            <a:off x="7210954" y="4703441"/>
            <a:ext cx="1791452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#Oven Bake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200’C 1h</a:t>
            </a:r>
            <a:r>
              <a:rPr lang="ko-KR" altLang="en-US" b="1" dirty="0"/>
              <a:t>       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757BF4E-4E52-34D2-DC46-CB3E537DE16D}"/>
              </a:ext>
            </a:extLst>
          </p:cNvPr>
          <p:cNvSpPr/>
          <p:nvPr/>
        </p:nvSpPr>
        <p:spPr>
          <a:xfrm>
            <a:off x="3225705" y="2057205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314E81B-1D4D-4A33-A0D0-66E14445F23D}"/>
              </a:ext>
            </a:extLst>
          </p:cNvPr>
          <p:cNvSpPr/>
          <p:nvPr/>
        </p:nvSpPr>
        <p:spPr>
          <a:xfrm>
            <a:off x="7607205" y="2006405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88D9E4E-1BC0-BC36-A3DE-CB79E60EF1F9}"/>
              </a:ext>
            </a:extLst>
          </p:cNvPr>
          <p:cNvSpPr/>
          <p:nvPr/>
        </p:nvSpPr>
        <p:spPr>
          <a:xfrm>
            <a:off x="3047810" y="3702771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94232D0-71A5-1A6C-70E0-B8470114B797}"/>
              </a:ext>
            </a:extLst>
          </p:cNvPr>
          <p:cNvSpPr/>
          <p:nvPr/>
        </p:nvSpPr>
        <p:spPr>
          <a:xfrm>
            <a:off x="6561523" y="3788423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49C6EBB-1C7C-F837-6774-AEAF5146A204}"/>
              </a:ext>
            </a:extLst>
          </p:cNvPr>
          <p:cNvSpPr/>
          <p:nvPr/>
        </p:nvSpPr>
        <p:spPr>
          <a:xfrm>
            <a:off x="10629530" y="2006405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F99C148-F944-AAA0-87A8-DB87D53F289F}"/>
              </a:ext>
            </a:extLst>
          </p:cNvPr>
          <p:cNvSpPr/>
          <p:nvPr/>
        </p:nvSpPr>
        <p:spPr>
          <a:xfrm>
            <a:off x="6573693" y="4996019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9965CFA-42A5-F215-B811-7CFF149D778F}"/>
              </a:ext>
            </a:extLst>
          </p:cNvPr>
          <p:cNvSpPr/>
          <p:nvPr/>
        </p:nvSpPr>
        <p:spPr>
          <a:xfrm>
            <a:off x="10769002" y="3504509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096E908-FA5A-F137-E632-50E07C951231}"/>
              </a:ext>
            </a:extLst>
          </p:cNvPr>
          <p:cNvSpPr/>
          <p:nvPr/>
        </p:nvSpPr>
        <p:spPr>
          <a:xfrm>
            <a:off x="4988407" y="701424"/>
            <a:ext cx="330295" cy="214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AF9784-6CAD-016E-210B-222F8D375759}"/>
              </a:ext>
            </a:extLst>
          </p:cNvPr>
          <p:cNvSpPr txBox="1"/>
          <p:nvPr/>
        </p:nvSpPr>
        <p:spPr>
          <a:xfrm>
            <a:off x="8758072" y="6310776"/>
            <a:ext cx="3255577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SI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E6ADE2-85D1-FEC2-72AB-D7FA9173B856}"/>
              </a:ext>
            </a:extLst>
          </p:cNvPr>
          <p:cNvSpPr txBox="1"/>
          <p:nvPr/>
        </p:nvSpPr>
        <p:spPr>
          <a:xfrm>
            <a:off x="8758348" y="6033777"/>
            <a:ext cx="3255577" cy="2769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SIO2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051777-2422-9BF4-D4F0-1F8E27A94817}"/>
              </a:ext>
            </a:extLst>
          </p:cNvPr>
          <p:cNvSpPr txBox="1"/>
          <p:nvPr/>
        </p:nvSpPr>
        <p:spPr>
          <a:xfrm>
            <a:off x="9368008" y="5766352"/>
            <a:ext cx="804477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InOx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3A1EE4-0D67-B29C-C9D0-2AC9BD4179FD}"/>
              </a:ext>
            </a:extLst>
          </p:cNvPr>
          <p:cNvSpPr txBox="1"/>
          <p:nvPr/>
        </p:nvSpPr>
        <p:spPr>
          <a:xfrm>
            <a:off x="10435292" y="5766352"/>
            <a:ext cx="804477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InOx</a:t>
            </a:r>
            <a:endParaRPr lang="ko-KR" altLang="en-US" sz="1200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3E4353-D55D-D2D0-A5D9-B8EBCF9BC83F}"/>
              </a:ext>
            </a:extLst>
          </p:cNvPr>
          <p:cNvSpPr/>
          <p:nvPr/>
        </p:nvSpPr>
        <p:spPr>
          <a:xfrm>
            <a:off x="8758072" y="5413102"/>
            <a:ext cx="609936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1713D3-E444-5791-4163-FBCE13B24710}"/>
              </a:ext>
            </a:extLst>
          </p:cNvPr>
          <p:cNvSpPr/>
          <p:nvPr/>
        </p:nvSpPr>
        <p:spPr>
          <a:xfrm>
            <a:off x="11264241" y="5402852"/>
            <a:ext cx="609936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8D83CD6-F6E2-31F3-4BF4-D04E37E0F35A}"/>
              </a:ext>
            </a:extLst>
          </p:cNvPr>
          <p:cNvSpPr/>
          <p:nvPr/>
        </p:nvSpPr>
        <p:spPr>
          <a:xfrm>
            <a:off x="10172484" y="5413102"/>
            <a:ext cx="262807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9EDB7D-09D4-F67A-C003-69F02DB4A4E7}"/>
              </a:ext>
            </a:extLst>
          </p:cNvPr>
          <p:cNvSpPr txBox="1"/>
          <p:nvPr/>
        </p:nvSpPr>
        <p:spPr>
          <a:xfrm>
            <a:off x="10035020" y="38051"/>
            <a:ext cx="2186873" cy="209288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//</a:t>
            </a:r>
            <a:r>
              <a:rPr lang="ko-KR" altLang="en-US" sz="1000" dirty="0"/>
              <a:t>실험 하루 전 </a:t>
            </a:r>
            <a:endParaRPr lang="en-US" altLang="ko-KR" sz="1000" dirty="0"/>
          </a:p>
          <a:p>
            <a:r>
              <a:rPr lang="en-US" altLang="ko-KR" sz="1000" dirty="0"/>
              <a:t>- Furnace cleaning -&gt;800’C 3</a:t>
            </a:r>
            <a:r>
              <a:rPr lang="ko-KR" altLang="en-US" sz="1000" dirty="0"/>
              <a:t>시간</a:t>
            </a:r>
            <a:endParaRPr lang="en-US" altLang="ko-KR" sz="1000" dirty="0"/>
          </a:p>
          <a:p>
            <a:pPr marL="285750" indent="-285750">
              <a:buFontTx/>
              <a:buChar char="-"/>
            </a:pPr>
            <a:r>
              <a:rPr lang="en-US" altLang="ko-KR" sz="1000" dirty="0"/>
              <a:t>Furnace </a:t>
            </a:r>
            <a:r>
              <a:rPr lang="ko-KR" altLang="en-US" sz="1000" dirty="0" err="1"/>
              <a:t>오토튜닝</a:t>
            </a:r>
            <a:r>
              <a:rPr lang="en-US" altLang="ko-KR" sz="1000" dirty="0"/>
              <a:t>-&gt;</a:t>
            </a:r>
          </a:p>
          <a:p>
            <a:r>
              <a:rPr lang="en-US" altLang="ko-KR" sz="1000" b="1" dirty="0"/>
              <a:t>      </a:t>
            </a:r>
            <a:r>
              <a:rPr lang="ko-KR" altLang="en-US" sz="1000" b="1"/>
              <a:t>원하는 설정</a:t>
            </a:r>
            <a:r>
              <a:rPr lang="en-US" altLang="ko-KR" sz="1000" b="1"/>
              <a:t>(</a:t>
            </a:r>
            <a:r>
              <a:rPr lang="en-US" altLang="ko-KR" sz="1000" b="1" dirty="0"/>
              <a:t>200’C 1h ) 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용액 </a:t>
            </a:r>
            <a:r>
              <a:rPr lang="ko-KR" altLang="en-US" sz="1000" dirty="0" err="1"/>
              <a:t>스털링</a:t>
            </a:r>
            <a:r>
              <a:rPr lang="en-US" altLang="ko-KR" sz="1000" dirty="0"/>
              <a:t> 750RPM,35’C</a:t>
            </a:r>
          </a:p>
          <a:p>
            <a:endParaRPr lang="en-US" altLang="ko-KR" sz="1000" dirty="0"/>
          </a:p>
          <a:p>
            <a:r>
              <a:rPr lang="en-US" altLang="ko-KR" sz="1000" dirty="0"/>
              <a:t>//</a:t>
            </a:r>
            <a:r>
              <a:rPr lang="ko-KR" altLang="en-US" sz="1000" dirty="0"/>
              <a:t>실험 전 준비</a:t>
            </a:r>
            <a:endParaRPr lang="en-US" altLang="ko-KR" sz="1000" dirty="0"/>
          </a:p>
          <a:p>
            <a:pPr marL="285750" indent="-285750">
              <a:buFontTx/>
              <a:buChar char="-"/>
            </a:pPr>
            <a:r>
              <a:rPr lang="en-US" altLang="ko-KR" sz="1000" dirty="0"/>
              <a:t>Wafer 9</a:t>
            </a:r>
            <a:r>
              <a:rPr lang="ko-KR" altLang="en-US" sz="1000" dirty="0"/>
              <a:t>개 </a:t>
            </a:r>
            <a:endParaRPr lang="en-US" altLang="ko-KR" sz="1000" dirty="0"/>
          </a:p>
          <a:p>
            <a:pPr marL="285750" indent="-285750">
              <a:buFontTx/>
              <a:buChar char="-"/>
            </a:pPr>
            <a:r>
              <a:rPr lang="ko-KR" altLang="en-US" sz="1000" dirty="0"/>
              <a:t>민수 </a:t>
            </a:r>
            <a:r>
              <a:rPr lang="en-US" altLang="ko-KR" sz="1000" dirty="0" err="1"/>
              <a:t>InOx</a:t>
            </a:r>
            <a:r>
              <a:rPr lang="en-US" altLang="ko-KR" sz="1000" dirty="0"/>
              <a:t> 0.2M/0.11M</a:t>
            </a:r>
          </a:p>
          <a:p>
            <a:endParaRPr lang="en-US" altLang="ko-KR" sz="1000" dirty="0"/>
          </a:p>
          <a:p>
            <a:r>
              <a:rPr lang="en-US" altLang="ko-KR" sz="1000" dirty="0"/>
              <a:t>//</a:t>
            </a:r>
            <a:r>
              <a:rPr lang="ko-KR" altLang="en-US" sz="1000" dirty="0"/>
              <a:t>실험 </a:t>
            </a:r>
            <a:r>
              <a:rPr lang="ko-KR" altLang="en-US" sz="1000" dirty="0" err="1"/>
              <a:t>비는시간</a:t>
            </a:r>
            <a:r>
              <a:rPr lang="ko-KR" altLang="en-US" sz="1000" dirty="0"/>
              <a:t> 준비</a:t>
            </a:r>
            <a:endParaRPr lang="en-US" altLang="ko-KR" sz="1000" dirty="0"/>
          </a:p>
          <a:p>
            <a:r>
              <a:rPr lang="en-US" altLang="ko-KR" sz="1000" dirty="0"/>
              <a:t>- Oven 200’C</a:t>
            </a:r>
            <a:r>
              <a:rPr lang="ko-KR" altLang="en-US" sz="1000" dirty="0"/>
              <a:t> 준비</a:t>
            </a:r>
            <a:endParaRPr lang="en-US" altLang="ko-KR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4DAB21-1A0E-F135-0F8D-373CC0FBC18B}"/>
              </a:ext>
            </a:extLst>
          </p:cNvPr>
          <p:cNvSpPr txBox="1"/>
          <p:nvPr/>
        </p:nvSpPr>
        <p:spPr>
          <a:xfrm>
            <a:off x="7239251" y="5676251"/>
            <a:ext cx="1221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FF0000"/>
                </a:solidFill>
              </a:rPr>
              <a:t>설정온도 </a:t>
            </a:r>
            <a:r>
              <a:rPr lang="ko-KR" altLang="en-US" sz="800" dirty="0" err="1">
                <a:solidFill>
                  <a:srgbClr val="FF0000"/>
                </a:solidFill>
              </a:rPr>
              <a:t>도달했을때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5DD00-EF8D-98E7-2F83-73A1B1B29E0D}"/>
              </a:ext>
            </a:extLst>
          </p:cNvPr>
          <p:cNvSpPr txBox="1"/>
          <p:nvPr/>
        </p:nvSpPr>
        <p:spPr>
          <a:xfrm>
            <a:off x="2345624" y="4457515"/>
            <a:ext cx="1221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rgbClr val="FF0000"/>
                </a:solidFill>
              </a:rPr>
              <a:t>설정온도 이전에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5879C-7AFF-5799-AE71-C8886F91F7E3}"/>
              </a:ext>
            </a:extLst>
          </p:cNvPr>
          <p:cNvSpPr txBox="1"/>
          <p:nvPr/>
        </p:nvSpPr>
        <p:spPr>
          <a:xfrm>
            <a:off x="3414308" y="5208311"/>
            <a:ext cx="3127708" cy="155036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/>
              <a:t>D2) In </a:t>
            </a:r>
            <a:r>
              <a:rPr lang="en-US" altLang="ko-KR" sz="2200" b="1" dirty="0">
                <a:solidFill>
                  <a:srgbClr val="0070C0"/>
                </a:solidFill>
              </a:rPr>
              <a:t>0.2M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200'C</a:t>
            </a:r>
            <a:r>
              <a:rPr lang="en-US" altLang="ko-KR" sz="2200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D4) In </a:t>
            </a:r>
            <a:r>
              <a:rPr lang="en-US" altLang="ko-KR" sz="2200" b="1" dirty="0">
                <a:solidFill>
                  <a:srgbClr val="0070C0"/>
                </a:solidFill>
              </a:rPr>
              <a:t>0.2M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350'C</a:t>
            </a:r>
            <a:r>
              <a:rPr lang="en-US" altLang="ko-KR" sz="2200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D6) In </a:t>
            </a:r>
            <a:r>
              <a:rPr lang="en-US" altLang="ko-KR" sz="2200" b="1" dirty="0">
                <a:solidFill>
                  <a:srgbClr val="0070C0"/>
                </a:solidFill>
              </a:rPr>
              <a:t>0.2M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500'C</a:t>
            </a:r>
            <a:r>
              <a:rPr lang="en-US" altLang="ko-KR" sz="2200" b="1" dirty="0"/>
              <a:t> 1h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6B9EE-BE43-FC58-1815-3DEF5CF69C22}"/>
              </a:ext>
            </a:extLst>
          </p:cNvPr>
          <p:cNvSpPr txBox="1"/>
          <p:nvPr/>
        </p:nvSpPr>
        <p:spPr>
          <a:xfrm>
            <a:off x="157096" y="5215597"/>
            <a:ext cx="3511219" cy="155036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/>
              <a:t>D1) In </a:t>
            </a:r>
            <a:r>
              <a:rPr lang="en-US" altLang="ko-KR" sz="2200" b="1" dirty="0">
                <a:solidFill>
                  <a:srgbClr val="0070C0"/>
                </a:solidFill>
              </a:rPr>
              <a:t>0.11M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200'C</a:t>
            </a:r>
            <a:r>
              <a:rPr lang="en-US" altLang="ko-KR" sz="2200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D3) In </a:t>
            </a:r>
            <a:r>
              <a:rPr lang="en-US" altLang="ko-KR" sz="2200" b="1" dirty="0">
                <a:solidFill>
                  <a:srgbClr val="0070C0"/>
                </a:solidFill>
              </a:rPr>
              <a:t>0.11M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350'C</a:t>
            </a:r>
            <a:r>
              <a:rPr lang="en-US" altLang="ko-KR" sz="2200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D5) In </a:t>
            </a:r>
            <a:r>
              <a:rPr lang="en-US" altLang="ko-KR" sz="2200" b="1" dirty="0">
                <a:solidFill>
                  <a:srgbClr val="0070C0"/>
                </a:solidFill>
              </a:rPr>
              <a:t>0.11M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500'C</a:t>
            </a:r>
            <a:r>
              <a:rPr lang="en-US" altLang="ko-KR" sz="2200" b="1" dirty="0"/>
              <a:t> 1h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5A65EC-97BA-B81B-ADDD-727689D306D0}"/>
              </a:ext>
            </a:extLst>
          </p:cNvPr>
          <p:cNvSpPr txBox="1"/>
          <p:nvPr/>
        </p:nvSpPr>
        <p:spPr>
          <a:xfrm>
            <a:off x="8309989" y="54781"/>
            <a:ext cx="164167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600" b="1" dirty="0"/>
              <a:t>26.06.24</a:t>
            </a:r>
            <a:endParaRPr lang="ko-KR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10801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A374D-1E18-7F4D-33E4-3BC27239369C}"/>
              </a:ext>
            </a:extLst>
          </p:cNvPr>
          <p:cNvSpPr txBox="1"/>
          <p:nvPr/>
        </p:nvSpPr>
        <p:spPr>
          <a:xfrm>
            <a:off x="1437862" y="4618328"/>
            <a:ext cx="356860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#post-anneal</a:t>
            </a:r>
            <a:r>
              <a:rPr lang="en-US" altLang="ko-KR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[Furnace]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37D88-773E-EC5C-96EB-AA919C72FF96}"/>
              </a:ext>
            </a:extLst>
          </p:cNvPr>
          <p:cNvSpPr txBox="1"/>
          <p:nvPr/>
        </p:nvSpPr>
        <p:spPr>
          <a:xfrm>
            <a:off x="9248604" y="3364413"/>
            <a:ext cx="2531462" cy="915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highlight>
                  <a:srgbClr val="FFFF00"/>
                </a:highlight>
              </a:rPr>
              <a:t>#Pre-Anneal</a:t>
            </a:r>
          </a:p>
          <a:p>
            <a:pPr>
              <a:lnSpc>
                <a:spcPct val="150000"/>
              </a:lnSpc>
            </a:pPr>
            <a:r>
              <a:rPr lang="ko-KR" altLang="en-US" b="1" dirty="0" err="1"/>
              <a:t>핫플레이트</a:t>
            </a:r>
            <a:r>
              <a:rPr lang="ko-KR" altLang="en-US" b="1" dirty="0"/>
              <a:t> </a:t>
            </a:r>
            <a:r>
              <a:rPr lang="en-US" altLang="ko-KR" b="1" dirty="0"/>
              <a:t>90’C 5min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FE838-386B-7081-6D2A-3574155C4198}"/>
              </a:ext>
            </a:extLst>
          </p:cNvPr>
          <p:cNvSpPr txBox="1"/>
          <p:nvPr/>
        </p:nvSpPr>
        <p:spPr>
          <a:xfrm>
            <a:off x="330329" y="3290107"/>
            <a:ext cx="2015295" cy="1256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#Mask </a:t>
            </a:r>
            <a:r>
              <a:rPr lang="ko-KR" altLang="en-US" sz="2200" b="1" dirty="0" err="1">
                <a:highlight>
                  <a:srgbClr val="FFFF00"/>
                </a:highlight>
              </a:rPr>
              <a:t>패터닝</a:t>
            </a:r>
            <a:endParaRPr lang="en-US" altLang="ko-KR" sz="2200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ko-KR" b="1" dirty="0"/>
              <a:t>UV</a:t>
            </a:r>
            <a:r>
              <a:rPr lang="ko-KR" altLang="en-US" b="1" dirty="0"/>
              <a:t>처리 </a:t>
            </a:r>
            <a:r>
              <a:rPr lang="en-US" altLang="ko-KR" b="1" dirty="0"/>
              <a:t>300</a:t>
            </a:r>
            <a:r>
              <a:rPr lang="ko-KR" altLang="en-US" b="1" dirty="0"/>
              <a:t>초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(</a:t>
            </a:r>
            <a:r>
              <a:rPr lang="ko-KR" altLang="en-US" sz="1200" b="1" dirty="0"/>
              <a:t>조건 잡는 용 </a:t>
            </a:r>
            <a:r>
              <a:rPr lang="en-US" altLang="ko-KR" sz="1200" b="1" dirty="0"/>
              <a:t>3</a:t>
            </a:r>
            <a:r>
              <a:rPr lang="ko-KR" altLang="en-US" sz="1200" b="1" dirty="0"/>
              <a:t>개</a:t>
            </a:r>
            <a:r>
              <a:rPr lang="en-US" altLang="ko-KR" sz="1200" b="1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97E52-2559-3584-5CF7-FE14593DAABD}"/>
              </a:ext>
            </a:extLst>
          </p:cNvPr>
          <p:cNvSpPr txBox="1"/>
          <p:nvPr/>
        </p:nvSpPr>
        <p:spPr>
          <a:xfrm>
            <a:off x="8226630" y="1576143"/>
            <a:ext cx="2353529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#Soft Bake </a:t>
            </a:r>
          </a:p>
          <a:p>
            <a:pPr>
              <a:lnSpc>
                <a:spcPct val="150000"/>
              </a:lnSpc>
            </a:pPr>
            <a:r>
              <a:rPr lang="ko-KR" altLang="en-US" b="1" dirty="0" err="1"/>
              <a:t>핫플레이트</a:t>
            </a:r>
            <a:r>
              <a:rPr lang="ko-KR" altLang="en-US" b="1" dirty="0"/>
              <a:t> </a:t>
            </a:r>
            <a:r>
              <a:rPr lang="en-US" altLang="ko-KR" b="1" dirty="0"/>
              <a:t>90’C 10s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70054-CB13-B8A6-8268-7597A1C9CD3B}"/>
              </a:ext>
            </a:extLst>
          </p:cNvPr>
          <p:cNvSpPr txBox="1"/>
          <p:nvPr/>
        </p:nvSpPr>
        <p:spPr>
          <a:xfrm>
            <a:off x="242324" y="1576145"/>
            <a:ext cx="2983381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 Surface </a:t>
            </a:r>
            <a:r>
              <a:rPr lang="en-US" altLang="ko-KR" sz="2200" b="1" dirty="0" err="1">
                <a:highlight>
                  <a:srgbClr val="FFFF00"/>
                </a:highlight>
              </a:rPr>
              <a:t>Hydrophil</a:t>
            </a:r>
            <a:r>
              <a:rPr lang="en-US" altLang="ko-KR" sz="2200" b="1" dirty="0">
                <a:highlight>
                  <a:srgbClr val="FFFF00"/>
                </a:highlight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UV</a:t>
            </a:r>
            <a:r>
              <a:rPr lang="ko-KR" altLang="en-US" b="1" dirty="0"/>
              <a:t>처리 </a:t>
            </a:r>
            <a:r>
              <a:rPr lang="en-US" altLang="ko-KR" b="1" dirty="0"/>
              <a:t>1200s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4020F-3CF5-9B34-0DE5-46C7E4243947}"/>
              </a:ext>
            </a:extLst>
          </p:cNvPr>
          <p:cNvSpPr txBox="1"/>
          <p:nvPr/>
        </p:nvSpPr>
        <p:spPr>
          <a:xfrm>
            <a:off x="93596" y="154546"/>
            <a:ext cx="4750852" cy="1331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#Wafer Cleaning 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아세톤</a:t>
            </a:r>
            <a:r>
              <a:rPr lang="en-US" altLang="ko-KR" b="1" dirty="0"/>
              <a:t>- IPA –DIW- </a:t>
            </a:r>
            <a:r>
              <a:rPr lang="ko-KR" altLang="en-US" b="1" dirty="0" err="1"/>
              <a:t>핫플레이트</a:t>
            </a:r>
            <a:r>
              <a:rPr lang="ko-KR" altLang="en-US" b="1" dirty="0"/>
              <a:t> </a:t>
            </a:r>
            <a:r>
              <a:rPr lang="en-US" altLang="ko-KR" b="1" dirty="0"/>
              <a:t>90’C 10min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P+Wafer</a:t>
            </a:r>
            <a:r>
              <a:rPr lang="ko-KR" altLang="en-US" b="1" dirty="0"/>
              <a:t> </a:t>
            </a:r>
            <a:r>
              <a:rPr lang="en-US" altLang="ko-KR" b="1" dirty="0"/>
              <a:t>9</a:t>
            </a:r>
            <a:r>
              <a:rPr lang="ko-KR" altLang="en-US" b="1" dirty="0"/>
              <a:t>개 </a:t>
            </a:r>
            <a:endParaRPr lang="en-US" altLang="ko-K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443CD-D9FF-E64F-E4F0-CBEB4777DCFE}"/>
              </a:ext>
            </a:extLst>
          </p:cNvPr>
          <p:cNvSpPr txBox="1"/>
          <p:nvPr/>
        </p:nvSpPr>
        <p:spPr>
          <a:xfrm>
            <a:off x="3802537" y="1576144"/>
            <a:ext cx="4447179" cy="2208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#In Coating 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민수 용액 </a:t>
            </a:r>
            <a:r>
              <a:rPr lang="en-US" altLang="ko-KR" b="1" dirty="0" err="1"/>
              <a:t>InOx</a:t>
            </a:r>
            <a:r>
              <a:rPr lang="en-US" altLang="ko-KR" b="1" dirty="0"/>
              <a:t> 0.2M/ 0.11M </a:t>
            </a:r>
            <a:r>
              <a:rPr lang="ko-KR" altLang="en-US" b="1" dirty="0"/>
              <a:t>사용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79</a:t>
            </a:r>
            <a:r>
              <a:rPr lang="ko-KR" altLang="en-US" b="1" dirty="0"/>
              <a:t>번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(Target RPM3000,Ramping Rate 2s/1s)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F535F-062D-37E6-1515-627210A153DA}"/>
              </a:ext>
            </a:extLst>
          </p:cNvPr>
          <p:cNvSpPr txBox="1"/>
          <p:nvPr/>
        </p:nvSpPr>
        <p:spPr>
          <a:xfrm>
            <a:off x="5936038" y="3394484"/>
            <a:ext cx="1293944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#Ecth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DIW 1min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FEE1C-01DB-652E-A57A-466DC95832A8}"/>
              </a:ext>
            </a:extLst>
          </p:cNvPr>
          <p:cNvSpPr txBox="1"/>
          <p:nvPr/>
        </p:nvSpPr>
        <p:spPr>
          <a:xfrm>
            <a:off x="7210954" y="4703441"/>
            <a:ext cx="1791452" cy="962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>
                <a:highlight>
                  <a:srgbClr val="FFFF00"/>
                </a:highlight>
              </a:rPr>
              <a:t>#Oven Bake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200’C 1h</a:t>
            </a:r>
            <a:r>
              <a:rPr lang="ko-KR" altLang="en-US" b="1" dirty="0"/>
              <a:t>       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757BF4E-4E52-34D2-DC46-CB3E537DE16D}"/>
              </a:ext>
            </a:extLst>
          </p:cNvPr>
          <p:cNvSpPr/>
          <p:nvPr/>
        </p:nvSpPr>
        <p:spPr>
          <a:xfrm>
            <a:off x="3225705" y="2057205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314E81B-1D4D-4A33-A0D0-66E14445F23D}"/>
              </a:ext>
            </a:extLst>
          </p:cNvPr>
          <p:cNvSpPr/>
          <p:nvPr/>
        </p:nvSpPr>
        <p:spPr>
          <a:xfrm>
            <a:off x="7607205" y="2006405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88D9E4E-1BC0-BC36-A3DE-CB79E60EF1F9}"/>
              </a:ext>
            </a:extLst>
          </p:cNvPr>
          <p:cNvSpPr/>
          <p:nvPr/>
        </p:nvSpPr>
        <p:spPr>
          <a:xfrm>
            <a:off x="4667607" y="3702771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94232D0-71A5-1A6C-70E0-B8470114B797}"/>
              </a:ext>
            </a:extLst>
          </p:cNvPr>
          <p:cNvSpPr/>
          <p:nvPr/>
        </p:nvSpPr>
        <p:spPr>
          <a:xfrm>
            <a:off x="8181320" y="3788423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49C6EBB-1C7C-F837-6774-AEAF5146A204}"/>
              </a:ext>
            </a:extLst>
          </p:cNvPr>
          <p:cNvSpPr/>
          <p:nvPr/>
        </p:nvSpPr>
        <p:spPr>
          <a:xfrm>
            <a:off x="10629530" y="2006405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F99C148-F944-AAA0-87A8-DB87D53F289F}"/>
              </a:ext>
            </a:extLst>
          </p:cNvPr>
          <p:cNvSpPr/>
          <p:nvPr/>
        </p:nvSpPr>
        <p:spPr>
          <a:xfrm>
            <a:off x="6573693" y="4996019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9965CFA-42A5-F215-B811-7CFF149D778F}"/>
              </a:ext>
            </a:extLst>
          </p:cNvPr>
          <p:cNvSpPr/>
          <p:nvPr/>
        </p:nvSpPr>
        <p:spPr>
          <a:xfrm>
            <a:off x="12388799" y="3504509"/>
            <a:ext cx="330295" cy="1982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096E908-FA5A-F137-E632-50E07C951231}"/>
              </a:ext>
            </a:extLst>
          </p:cNvPr>
          <p:cNvSpPr/>
          <p:nvPr/>
        </p:nvSpPr>
        <p:spPr>
          <a:xfrm>
            <a:off x="4988407" y="701424"/>
            <a:ext cx="330295" cy="214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AF9784-6CAD-016E-210B-222F8D375759}"/>
              </a:ext>
            </a:extLst>
          </p:cNvPr>
          <p:cNvSpPr txBox="1"/>
          <p:nvPr/>
        </p:nvSpPr>
        <p:spPr>
          <a:xfrm>
            <a:off x="8758072" y="6310776"/>
            <a:ext cx="3255577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SI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E6ADE2-85D1-FEC2-72AB-D7FA9173B856}"/>
              </a:ext>
            </a:extLst>
          </p:cNvPr>
          <p:cNvSpPr txBox="1"/>
          <p:nvPr/>
        </p:nvSpPr>
        <p:spPr>
          <a:xfrm>
            <a:off x="8758348" y="6033777"/>
            <a:ext cx="3255577" cy="2769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SIO2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051777-2422-9BF4-D4F0-1F8E27A94817}"/>
              </a:ext>
            </a:extLst>
          </p:cNvPr>
          <p:cNvSpPr txBox="1"/>
          <p:nvPr/>
        </p:nvSpPr>
        <p:spPr>
          <a:xfrm>
            <a:off x="9368008" y="5766352"/>
            <a:ext cx="804477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InOx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3A1EE4-0D67-B29C-C9D0-2AC9BD4179FD}"/>
              </a:ext>
            </a:extLst>
          </p:cNvPr>
          <p:cNvSpPr txBox="1"/>
          <p:nvPr/>
        </p:nvSpPr>
        <p:spPr>
          <a:xfrm>
            <a:off x="10435292" y="5766352"/>
            <a:ext cx="804477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InOx</a:t>
            </a:r>
            <a:endParaRPr lang="ko-KR" altLang="en-US" sz="1200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3E4353-D55D-D2D0-A5D9-B8EBCF9BC83F}"/>
              </a:ext>
            </a:extLst>
          </p:cNvPr>
          <p:cNvSpPr/>
          <p:nvPr/>
        </p:nvSpPr>
        <p:spPr>
          <a:xfrm>
            <a:off x="8758072" y="5413102"/>
            <a:ext cx="609936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1713D3-E444-5791-4163-FBCE13B24710}"/>
              </a:ext>
            </a:extLst>
          </p:cNvPr>
          <p:cNvSpPr/>
          <p:nvPr/>
        </p:nvSpPr>
        <p:spPr>
          <a:xfrm>
            <a:off x="11264241" y="5402852"/>
            <a:ext cx="609936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8D83CD6-F6E2-31F3-4BF4-D04E37E0F35A}"/>
              </a:ext>
            </a:extLst>
          </p:cNvPr>
          <p:cNvSpPr/>
          <p:nvPr/>
        </p:nvSpPr>
        <p:spPr>
          <a:xfrm>
            <a:off x="10172484" y="5413102"/>
            <a:ext cx="262807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4DAB21-1A0E-F135-0F8D-373CC0FBC18B}"/>
              </a:ext>
            </a:extLst>
          </p:cNvPr>
          <p:cNvSpPr txBox="1"/>
          <p:nvPr/>
        </p:nvSpPr>
        <p:spPr>
          <a:xfrm>
            <a:off x="7239251" y="5676251"/>
            <a:ext cx="1221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FF0000"/>
                </a:solidFill>
              </a:rPr>
              <a:t>설정온도 </a:t>
            </a:r>
            <a:r>
              <a:rPr lang="ko-KR" altLang="en-US" sz="800" dirty="0" err="1">
                <a:solidFill>
                  <a:srgbClr val="FF0000"/>
                </a:solidFill>
              </a:rPr>
              <a:t>도달했을때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5DD00-EF8D-98E7-2F83-73A1B1B29E0D}"/>
              </a:ext>
            </a:extLst>
          </p:cNvPr>
          <p:cNvSpPr txBox="1"/>
          <p:nvPr/>
        </p:nvSpPr>
        <p:spPr>
          <a:xfrm>
            <a:off x="2345624" y="4457515"/>
            <a:ext cx="1221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rgbClr val="FF0000"/>
                </a:solidFill>
              </a:rPr>
              <a:t>설정온도 이전에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5879C-7AFF-5799-AE71-C8886F91F7E3}"/>
              </a:ext>
            </a:extLst>
          </p:cNvPr>
          <p:cNvSpPr txBox="1"/>
          <p:nvPr/>
        </p:nvSpPr>
        <p:spPr>
          <a:xfrm>
            <a:off x="3414308" y="5208311"/>
            <a:ext cx="3127708" cy="155036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/>
              <a:t>D2) In </a:t>
            </a:r>
            <a:r>
              <a:rPr lang="en-US" altLang="ko-KR" sz="2200" b="1" dirty="0">
                <a:solidFill>
                  <a:srgbClr val="0070C0"/>
                </a:solidFill>
              </a:rPr>
              <a:t>0.2M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350'C</a:t>
            </a:r>
            <a:r>
              <a:rPr lang="en-US" altLang="ko-KR" sz="2200" b="1" dirty="0"/>
              <a:t> 1h D4) In </a:t>
            </a:r>
            <a:r>
              <a:rPr lang="en-US" altLang="ko-KR" sz="2200" b="1" dirty="0">
                <a:solidFill>
                  <a:srgbClr val="0070C0"/>
                </a:solidFill>
              </a:rPr>
              <a:t>0.2M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200'C</a:t>
            </a:r>
            <a:r>
              <a:rPr lang="en-US" altLang="ko-KR" sz="2200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D6) In </a:t>
            </a:r>
            <a:r>
              <a:rPr lang="en-US" altLang="ko-KR" sz="2200" b="1" dirty="0">
                <a:solidFill>
                  <a:srgbClr val="0070C0"/>
                </a:solidFill>
              </a:rPr>
              <a:t>0.2M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500'C</a:t>
            </a:r>
            <a:r>
              <a:rPr lang="en-US" altLang="ko-KR" sz="2200" b="1" dirty="0"/>
              <a:t> 1h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6B9EE-BE43-FC58-1815-3DEF5CF69C22}"/>
              </a:ext>
            </a:extLst>
          </p:cNvPr>
          <p:cNvSpPr txBox="1"/>
          <p:nvPr/>
        </p:nvSpPr>
        <p:spPr>
          <a:xfrm>
            <a:off x="157096" y="5215597"/>
            <a:ext cx="3511219" cy="155036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/>
              <a:t>D1) In </a:t>
            </a:r>
            <a:r>
              <a:rPr lang="en-US" altLang="ko-KR" sz="2200" b="1" dirty="0">
                <a:solidFill>
                  <a:srgbClr val="0070C0"/>
                </a:solidFill>
              </a:rPr>
              <a:t>0.11M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350'C</a:t>
            </a:r>
            <a:r>
              <a:rPr lang="en-US" altLang="ko-KR" sz="2200" b="1" dirty="0"/>
              <a:t> 1h D3) In </a:t>
            </a:r>
            <a:r>
              <a:rPr lang="en-US" altLang="ko-KR" sz="2200" b="1" dirty="0">
                <a:solidFill>
                  <a:srgbClr val="0070C0"/>
                </a:solidFill>
              </a:rPr>
              <a:t>0.11M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200'C</a:t>
            </a:r>
            <a:r>
              <a:rPr lang="en-US" altLang="ko-KR" sz="2200" b="1" dirty="0"/>
              <a:t> 1h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D5) In </a:t>
            </a:r>
            <a:r>
              <a:rPr lang="en-US" altLang="ko-KR" sz="2200" b="1" dirty="0">
                <a:solidFill>
                  <a:srgbClr val="0070C0"/>
                </a:solidFill>
              </a:rPr>
              <a:t>0.11M</a:t>
            </a:r>
            <a:r>
              <a:rPr lang="en-US" altLang="ko-KR" sz="2200" b="1" dirty="0"/>
              <a:t> </a:t>
            </a:r>
            <a:r>
              <a:rPr lang="en-US" altLang="ko-KR" sz="2200" b="1" dirty="0">
                <a:solidFill>
                  <a:srgbClr val="FF0000"/>
                </a:solidFill>
              </a:rPr>
              <a:t>500'C</a:t>
            </a:r>
            <a:r>
              <a:rPr lang="en-US" altLang="ko-KR" sz="2200" b="1" dirty="0"/>
              <a:t> 1h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D1B36-86D8-5335-0CEF-C2A5C5A218FD}"/>
              </a:ext>
            </a:extLst>
          </p:cNvPr>
          <p:cNvSpPr txBox="1"/>
          <p:nvPr/>
        </p:nvSpPr>
        <p:spPr>
          <a:xfrm>
            <a:off x="10580159" y="24004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26.06.26</a:t>
            </a:r>
            <a:endParaRPr lang="ko-KR" altLang="en-US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3C4908-17A3-5A76-7FC6-0E9DBA6BF265}"/>
              </a:ext>
            </a:extLst>
          </p:cNvPr>
          <p:cNvSpPr txBox="1"/>
          <p:nvPr/>
        </p:nvSpPr>
        <p:spPr>
          <a:xfrm>
            <a:off x="2345624" y="3504509"/>
            <a:ext cx="3590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0.11M UV-&gt;200s</a:t>
            </a:r>
          </a:p>
          <a:p>
            <a:r>
              <a:rPr lang="en-US" altLang="ko-KR" dirty="0"/>
              <a:t>0.2M UV-&gt;340s </a:t>
            </a:r>
            <a:r>
              <a:rPr lang="ko-KR" altLang="en-US" sz="1000" dirty="0"/>
              <a:t>어디는 오버되고 어디는 미달</a:t>
            </a:r>
            <a:r>
              <a:rPr lang="en-US" altLang="ko-KR" sz="1000" dirty="0"/>
              <a:t>..</a:t>
            </a:r>
            <a:endParaRPr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AD887D-10C3-D5A2-E4DE-2A826B150D36}"/>
              </a:ext>
            </a:extLst>
          </p:cNvPr>
          <p:cNvSpPr/>
          <p:nvPr/>
        </p:nvSpPr>
        <p:spPr>
          <a:xfrm>
            <a:off x="2345624" y="3453908"/>
            <a:ext cx="3568606" cy="7688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91AA89-6C90-63F6-83BF-F0BD41A94C6B}"/>
              </a:ext>
            </a:extLst>
          </p:cNvPr>
          <p:cNvSpPr/>
          <p:nvPr/>
        </p:nvSpPr>
        <p:spPr>
          <a:xfrm>
            <a:off x="157096" y="5266699"/>
            <a:ext cx="6249382" cy="10377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2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9921500-EA9F-02A4-E293-4E7EFF817349}"/>
              </a:ext>
            </a:extLst>
          </p:cNvPr>
          <p:cNvGrpSpPr/>
          <p:nvPr/>
        </p:nvGrpSpPr>
        <p:grpSpPr>
          <a:xfrm>
            <a:off x="319021" y="342900"/>
            <a:ext cx="7882004" cy="2724150"/>
            <a:chOff x="157096" y="4618328"/>
            <a:chExt cx="6384920" cy="17769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258876-431F-5A13-AD5C-47CE66E766C9}"/>
                </a:ext>
              </a:extLst>
            </p:cNvPr>
            <p:cNvSpPr txBox="1"/>
            <p:nvPr/>
          </p:nvSpPr>
          <p:spPr>
            <a:xfrm>
              <a:off x="1437862" y="4618328"/>
              <a:ext cx="2953939" cy="396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b="1" dirty="0">
                  <a:solidFill>
                    <a:srgbClr val="00B050"/>
                  </a:solidFill>
                  <a:highlight>
                    <a:srgbClr val="FFFF00"/>
                  </a:highlight>
                </a:rPr>
                <a:t>#post-anneal</a:t>
              </a:r>
              <a:r>
                <a:rPr lang="en-US" altLang="ko-KR" sz="2800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[Furnace]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6A7FE7A-2131-E6AC-9A9A-C697FF900C06}"/>
                </a:ext>
              </a:extLst>
            </p:cNvPr>
            <p:cNvSpPr txBox="1"/>
            <p:nvPr/>
          </p:nvSpPr>
          <p:spPr>
            <a:xfrm>
              <a:off x="3414308" y="5208311"/>
              <a:ext cx="3127708" cy="1179655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b="1" dirty="0"/>
                <a:t>D2) In </a:t>
              </a:r>
              <a:r>
                <a:rPr lang="en-US" altLang="ko-KR" sz="2800" b="1" dirty="0">
                  <a:solidFill>
                    <a:srgbClr val="0070C0"/>
                  </a:solidFill>
                </a:rPr>
                <a:t>0.2M</a:t>
              </a:r>
              <a:r>
                <a:rPr lang="en-US" altLang="ko-KR" sz="2800" b="1" dirty="0"/>
                <a:t> </a:t>
              </a:r>
              <a:r>
                <a:rPr lang="en-US" altLang="ko-KR" sz="2800" b="1" dirty="0">
                  <a:solidFill>
                    <a:srgbClr val="FF0000"/>
                  </a:solidFill>
                </a:rPr>
                <a:t>200'C</a:t>
              </a:r>
              <a:r>
                <a:rPr lang="en-US" altLang="ko-KR" sz="2800" b="1" dirty="0"/>
                <a:t> 1h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800" b="1" dirty="0"/>
                <a:t>D4) In </a:t>
              </a:r>
              <a:r>
                <a:rPr lang="en-US" altLang="ko-KR" sz="2800" b="1" dirty="0">
                  <a:solidFill>
                    <a:srgbClr val="0070C0"/>
                  </a:solidFill>
                </a:rPr>
                <a:t>0.2M</a:t>
              </a:r>
              <a:r>
                <a:rPr lang="en-US" altLang="ko-KR" sz="2800" b="1" dirty="0"/>
                <a:t> </a:t>
              </a:r>
              <a:r>
                <a:rPr lang="en-US" altLang="ko-KR" sz="2800" b="1" dirty="0">
                  <a:solidFill>
                    <a:srgbClr val="FF0000"/>
                  </a:solidFill>
                </a:rPr>
                <a:t>350'C</a:t>
              </a:r>
              <a:r>
                <a:rPr lang="en-US" altLang="ko-KR" sz="2800" b="1" dirty="0"/>
                <a:t> 1h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800" b="1" dirty="0"/>
                <a:t>D6) In </a:t>
              </a:r>
              <a:r>
                <a:rPr lang="en-US" altLang="ko-KR" sz="2800" b="1" dirty="0">
                  <a:solidFill>
                    <a:srgbClr val="0070C0"/>
                  </a:solidFill>
                </a:rPr>
                <a:t>0.2M</a:t>
              </a:r>
              <a:r>
                <a:rPr lang="en-US" altLang="ko-KR" sz="2800" b="1" dirty="0"/>
                <a:t> </a:t>
              </a:r>
              <a:r>
                <a:rPr lang="en-US" altLang="ko-KR" sz="2800" b="1" dirty="0">
                  <a:solidFill>
                    <a:srgbClr val="FF0000"/>
                  </a:solidFill>
                </a:rPr>
                <a:t>500'C</a:t>
              </a:r>
              <a:r>
                <a:rPr lang="en-US" altLang="ko-KR" sz="2800" b="1" dirty="0"/>
                <a:t> 1h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BBAE63-FF3F-3392-6249-E0079BB74636}"/>
                </a:ext>
              </a:extLst>
            </p:cNvPr>
            <p:cNvSpPr txBox="1"/>
            <p:nvPr/>
          </p:nvSpPr>
          <p:spPr>
            <a:xfrm>
              <a:off x="157096" y="5215597"/>
              <a:ext cx="3511219" cy="1179655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800" b="1" dirty="0"/>
                <a:t>D1) In </a:t>
              </a:r>
              <a:r>
                <a:rPr lang="en-US" altLang="ko-KR" sz="2800" b="1" dirty="0">
                  <a:solidFill>
                    <a:srgbClr val="0070C0"/>
                  </a:solidFill>
                </a:rPr>
                <a:t>0.11M</a:t>
              </a:r>
              <a:r>
                <a:rPr lang="en-US" altLang="ko-KR" sz="2800" b="1" dirty="0"/>
                <a:t> </a:t>
              </a:r>
              <a:r>
                <a:rPr lang="en-US" altLang="ko-KR" sz="2800" b="1" dirty="0">
                  <a:solidFill>
                    <a:srgbClr val="FF0000"/>
                  </a:solidFill>
                </a:rPr>
                <a:t>200'C</a:t>
              </a:r>
              <a:r>
                <a:rPr lang="en-US" altLang="ko-KR" sz="2800" b="1" dirty="0"/>
                <a:t> 1h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800" b="1" dirty="0"/>
                <a:t>D3) In </a:t>
              </a:r>
              <a:r>
                <a:rPr lang="en-US" altLang="ko-KR" sz="2800" b="1" dirty="0">
                  <a:solidFill>
                    <a:srgbClr val="0070C0"/>
                  </a:solidFill>
                </a:rPr>
                <a:t>0.11M</a:t>
              </a:r>
              <a:r>
                <a:rPr lang="en-US" altLang="ko-KR" sz="2800" b="1" dirty="0"/>
                <a:t> </a:t>
              </a:r>
              <a:r>
                <a:rPr lang="en-US" altLang="ko-KR" sz="2800" b="1" dirty="0">
                  <a:solidFill>
                    <a:srgbClr val="FF0000"/>
                  </a:solidFill>
                </a:rPr>
                <a:t>350'C</a:t>
              </a:r>
              <a:r>
                <a:rPr lang="en-US" altLang="ko-KR" sz="2800" b="1" dirty="0"/>
                <a:t> 1h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800" b="1" dirty="0"/>
                <a:t>D5) In </a:t>
              </a:r>
              <a:r>
                <a:rPr lang="en-US" altLang="ko-KR" sz="2800" b="1" dirty="0">
                  <a:solidFill>
                    <a:srgbClr val="0070C0"/>
                  </a:solidFill>
                </a:rPr>
                <a:t>0.11M</a:t>
              </a:r>
              <a:r>
                <a:rPr lang="en-US" altLang="ko-KR" sz="2800" b="1" dirty="0"/>
                <a:t> </a:t>
              </a:r>
              <a:r>
                <a:rPr lang="en-US" altLang="ko-KR" sz="2800" b="1" dirty="0">
                  <a:solidFill>
                    <a:srgbClr val="FF0000"/>
                  </a:solidFill>
                </a:rPr>
                <a:t>500'C</a:t>
              </a:r>
              <a:r>
                <a:rPr lang="en-US" altLang="ko-KR" sz="2800" b="1" dirty="0"/>
                <a:t> 1h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65AE81-CBA0-C6C7-C78E-9841340E53C0}"/>
              </a:ext>
            </a:extLst>
          </p:cNvPr>
          <p:cNvSpPr txBox="1"/>
          <p:nvPr/>
        </p:nvSpPr>
        <p:spPr>
          <a:xfrm>
            <a:off x="142875" y="3724275"/>
            <a:ext cx="5118965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D1) D2) D5) D6) -&gt; p+</a:t>
            </a:r>
          </a:p>
          <a:p>
            <a:r>
              <a:rPr lang="en-US" altLang="ko-KR" dirty="0"/>
              <a:t>D2) D4)-&gt; p++</a:t>
            </a:r>
          </a:p>
          <a:p>
            <a:endParaRPr lang="en-US" altLang="ko-KR" dirty="0"/>
          </a:p>
          <a:p>
            <a:r>
              <a:rPr lang="en-US" altLang="ko-KR" dirty="0"/>
              <a:t>Mask </a:t>
            </a:r>
            <a:r>
              <a:rPr lang="ko-KR" altLang="en-US" dirty="0" err="1"/>
              <a:t>패터닝</a:t>
            </a:r>
            <a:endParaRPr lang="en-US" altLang="ko-KR" dirty="0"/>
          </a:p>
          <a:p>
            <a:r>
              <a:rPr lang="en-US" altLang="ko-KR" dirty="0"/>
              <a:t>               solvent</a:t>
            </a:r>
            <a:r>
              <a:rPr lang="ko-KR" altLang="en-US" dirty="0"/>
              <a:t> 날리기</a:t>
            </a:r>
            <a:r>
              <a:rPr lang="en-US" altLang="ko-KR" dirty="0"/>
              <a:t>/</a:t>
            </a:r>
            <a:r>
              <a:rPr lang="ko-KR" altLang="en-US" dirty="0"/>
              <a:t>    </a:t>
            </a:r>
            <a:r>
              <a:rPr lang="en-US" altLang="ko-KR" dirty="0"/>
              <a:t>UV</a:t>
            </a:r>
            <a:r>
              <a:rPr lang="ko-KR" altLang="en-US" dirty="0"/>
              <a:t>처리</a:t>
            </a:r>
            <a:r>
              <a:rPr lang="en-US" altLang="ko-KR" dirty="0"/>
              <a:t>/    Etch</a:t>
            </a:r>
          </a:p>
          <a:p>
            <a:r>
              <a:rPr lang="en-US" altLang="ko-KR" dirty="0"/>
              <a:t>In 0.11M -&gt;90’c 10s /          200s/         60s</a:t>
            </a:r>
          </a:p>
          <a:p>
            <a:endParaRPr lang="en-US" altLang="ko-KR" dirty="0"/>
          </a:p>
          <a:p>
            <a:r>
              <a:rPr lang="en-US" altLang="ko-KR" dirty="0"/>
              <a:t>In 0.2M -&gt;90’c 10s /          350s/         60s    </a:t>
            </a:r>
          </a:p>
          <a:p>
            <a:r>
              <a:rPr lang="ko-KR" altLang="en-US" sz="1000" dirty="0"/>
              <a:t>                        </a:t>
            </a:r>
            <a:r>
              <a:rPr lang="ko-KR" altLang="en-US" sz="1000" dirty="0" err="1"/>
              <a:t>오버된곳은</a:t>
            </a:r>
            <a:r>
              <a:rPr lang="ko-KR" altLang="en-US" sz="1000" dirty="0"/>
              <a:t> 오버되고 안되는 곳은 작게 나옴</a:t>
            </a:r>
            <a:endParaRPr lang="en-US" altLang="ko-KR" sz="1000" dirty="0"/>
          </a:p>
          <a:p>
            <a:r>
              <a:rPr lang="en-US" altLang="ko-KR" dirty="0"/>
              <a:t>             </a:t>
            </a:r>
            <a:r>
              <a:rPr lang="en-US" altLang="ko-KR" sz="1000" dirty="0"/>
              <a:t>330s </a:t>
            </a:r>
            <a:r>
              <a:rPr lang="ko-KR" altLang="en-US" sz="1000" dirty="0" err="1"/>
              <a:t>일때</a:t>
            </a:r>
            <a:r>
              <a:rPr lang="ko-KR" altLang="en-US" sz="1000" dirty="0"/>
              <a:t> 패턴 더 </a:t>
            </a:r>
            <a:r>
              <a:rPr lang="ko-KR" altLang="en-US" sz="1000" dirty="0" err="1"/>
              <a:t>잘나옴</a:t>
            </a:r>
            <a:r>
              <a:rPr lang="en-US" altLang="ko-KR" sz="1000" dirty="0"/>
              <a:t>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40C96-03C0-302C-CE26-46DB557E3900}"/>
              </a:ext>
            </a:extLst>
          </p:cNvPr>
          <p:cNvSpPr txBox="1"/>
          <p:nvPr/>
        </p:nvSpPr>
        <p:spPr>
          <a:xfrm>
            <a:off x="8905876" y="457200"/>
            <a:ext cx="2714624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패터닝</a:t>
            </a:r>
            <a:r>
              <a:rPr lang="ko-KR" altLang="en-US" dirty="0"/>
              <a:t> 참고 </a:t>
            </a:r>
            <a:r>
              <a:rPr lang="en-US" altLang="ko-KR" dirty="0"/>
              <a:t>(</a:t>
            </a:r>
            <a:r>
              <a:rPr lang="ko-KR" altLang="en-US" dirty="0"/>
              <a:t>허준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BA65D8C-9A3B-BC99-B874-3792E9801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055810"/>
              </p:ext>
            </p:extLst>
          </p:nvPr>
        </p:nvGraphicFramePr>
        <p:xfrm>
          <a:off x="8965931" y="951327"/>
          <a:ext cx="260694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736">
                  <a:extLst>
                    <a:ext uri="{9D8B030D-6E8A-4147-A177-3AD203B41FA5}">
                      <a16:colId xmlns:a16="http://schemas.microsoft.com/office/drawing/2014/main" val="2886367000"/>
                    </a:ext>
                  </a:extLst>
                </a:gridCol>
                <a:gridCol w="651736">
                  <a:extLst>
                    <a:ext uri="{9D8B030D-6E8A-4147-A177-3AD203B41FA5}">
                      <a16:colId xmlns:a16="http://schemas.microsoft.com/office/drawing/2014/main" val="1468364786"/>
                    </a:ext>
                  </a:extLst>
                </a:gridCol>
                <a:gridCol w="651736">
                  <a:extLst>
                    <a:ext uri="{9D8B030D-6E8A-4147-A177-3AD203B41FA5}">
                      <a16:colId xmlns:a16="http://schemas.microsoft.com/office/drawing/2014/main" val="3065548071"/>
                    </a:ext>
                  </a:extLst>
                </a:gridCol>
                <a:gridCol w="651736">
                  <a:extLst>
                    <a:ext uri="{9D8B030D-6E8A-4147-A177-3AD203B41FA5}">
                      <a16:colId xmlns:a16="http://schemas.microsoft.com/office/drawing/2014/main" val="3457545331"/>
                    </a:ext>
                  </a:extLst>
                </a:gridCol>
              </a:tblGrid>
              <a:tr h="23325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SB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UV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ETCH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851865"/>
                  </a:ext>
                </a:extLst>
              </a:tr>
              <a:tr h="233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0.04M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37’C 9S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80S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60S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780931"/>
                  </a:ext>
                </a:extLst>
              </a:tr>
              <a:tr h="233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0.06M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45’C 7S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80S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60S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214626"/>
                  </a:ext>
                </a:extLst>
              </a:tr>
              <a:tr h="233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0.09M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100’C 10S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175S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60S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718402"/>
                  </a:ext>
                </a:extLst>
              </a:tr>
              <a:tr h="233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0.12M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100’C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15S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200S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60S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4652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5EB15DF-7E6B-5422-B6DF-27CB0F60AA11}"/>
              </a:ext>
            </a:extLst>
          </p:cNvPr>
          <p:cNvSpPr txBox="1"/>
          <p:nvPr/>
        </p:nvSpPr>
        <p:spPr>
          <a:xfrm>
            <a:off x="5876925" y="3581400"/>
            <a:ext cx="5878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High mobility</a:t>
            </a:r>
            <a:r>
              <a:rPr lang="ko-KR" altLang="en-US" dirty="0"/>
              <a:t> 원하기 때문에 패턴이 </a:t>
            </a:r>
            <a:r>
              <a:rPr lang="ko-KR" altLang="en-US" dirty="0" err="1"/>
              <a:t>큰건</a:t>
            </a:r>
            <a:r>
              <a:rPr lang="ko-KR" altLang="en-US" dirty="0"/>
              <a:t> 상관이 없어</a:t>
            </a:r>
            <a:r>
              <a:rPr lang="en-US" altLang="ko-KR" dirty="0"/>
              <a:t>/</a:t>
            </a:r>
          </a:p>
          <a:p>
            <a:r>
              <a:rPr lang="en-US" altLang="ko-KR"/>
              <a:t>                                                  </a:t>
            </a:r>
            <a:r>
              <a:rPr lang="ko-KR" altLang="en-US" dirty="0"/>
              <a:t>작으면 문제</a:t>
            </a:r>
          </a:p>
        </p:txBody>
      </p:sp>
    </p:spTree>
    <p:extLst>
      <p:ext uri="{BB962C8B-B14F-4D97-AF65-F5344CB8AC3E}">
        <p14:creationId xmlns:p14="http://schemas.microsoft.com/office/powerpoint/2010/main" val="289959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506</Words>
  <Application>Microsoft Office PowerPoint</Application>
  <PresentationFormat>와이드스크린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조민주</dc:creator>
  <cp:lastModifiedBy>조민주</cp:lastModifiedBy>
  <cp:revision>1</cp:revision>
  <dcterms:created xsi:type="dcterms:W3CDTF">2026-06-23T08:33:03Z</dcterms:created>
  <dcterms:modified xsi:type="dcterms:W3CDTF">2026-06-26T11:08:47Z</dcterms:modified>
</cp:coreProperties>
</file>
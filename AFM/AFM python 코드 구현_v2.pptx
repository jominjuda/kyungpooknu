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5" r:id="rId3"/>
    <p:sldId id="274" r:id="rId4"/>
    <p:sldId id="276" r:id="rId5"/>
    <p:sldId id="269" r:id="rId6"/>
    <p:sldId id="277" r:id="rId7"/>
    <p:sldId id="270" r:id="rId8"/>
    <p:sldId id="273" r:id="rId9"/>
    <p:sldId id="268" r:id="rId10"/>
    <p:sldId id="26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FFA83-C508-48FA-910B-2EA3503FB103}" v="74" dt="2026-07-22T18:17:12.729"/>
    <p1510:client id="{B7E211BF-A199-4809-8FCA-5F591B18F5D6}" v="2" dt="2026-07-23T04:25:18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민주" userId="275d7e43-ea77-4ff6-9f77-0d62cec19855" providerId="ADAL" clId="{B7E211BF-A199-4809-8FCA-5F591B18F5D6}"/>
    <pc:docChg chg="custSel modSld">
      <pc:chgData name="조민주" userId="275d7e43-ea77-4ff6-9f77-0d62cec19855" providerId="ADAL" clId="{B7E211BF-A199-4809-8FCA-5F591B18F5D6}" dt="2026-07-23T04:25:52.426" v="45" actId="1076"/>
      <pc:docMkLst>
        <pc:docMk/>
      </pc:docMkLst>
      <pc:sldChg chg="modSp mod">
        <pc:chgData name="조민주" userId="275d7e43-ea77-4ff6-9f77-0d62cec19855" providerId="ADAL" clId="{B7E211BF-A199-4809-8FCA-5F591B18F5D6}" dt="2026-07-23T04:04:01.903" v="14" actId="1037"/>
        <pc:sldMkLst>
          <pc:docMk/>
          <pc:sldMk cId="2848108461" sldId="276"/>
        </pc:sldMkLst>
        <pc:spChg chg="mod">
          <ac:chgData name="조민주" userId="275d7e43-ea77-4ff6-9f77-0d62cec19855" providerId="ADAL" clId="{B7E211BF-A199-4809-8FCA-5F591B18F5D6}" dt="2026-07-23T04:04:01.903" v="14" actId="1037"/>
          <ac:spMkLst>
            <pc:docMk/>
            <pc:sldMk cId="2848108461" sldId="276"/>
            <ac:spMk id="12" creationId="{B442BC54-EEFC-32DE-ADE2-3746621F9BE3}"/>
          </ac:spMkLst>
        </pc:spChg>
        <pc:picChg chg="mod">
          <ac:chgData name="조민주" userId="275d7e43-ea77-4ff6-9f77-0d62cec19855" providerId="ADAL" clId="{B7E211BF-A199-4809-8FCA-5F591B18F5D6}" dt="2026-07-23T04:03:33.347" v="3" actId="1076"/>
          <ac:picMkLst>
            <pc:docMk/>
            <pc:sldMk cId="2848108461" sldId="276"/>
            <ac:picMk id="9" creationId="{3174B5B4-FD38-37F9-2D94-2B3CE8550564}"/>
          </ac:picMkLst>
        </pc:picChg>
        <pc:picChg chg="mod">
          <ac:chgData name="조민주" userId="275d7e43-ea77-4ff6-9f77-0d62cec19855" providerId="ADAL" clId="{B7E211BF-A199-4809-8FCA-5F591B18F5D6}" dt="2026-07-23T04:03:50.939" v="6" actId="1076"/>
          <ac:picMkLst>
            <pc:docMk/>
            <pc:sldMk cId="2848108461" sldId="276"/>
            <ac:picMk id="11" creationId="{4B0B22BF-45B3-FDF2-1308-8ECA9CDE979A}"/>
          </ac:picMkLst>
        </pc:picChg>
      </pc:sldChg>
      <pc:sldChg chg="addSp delSp modSp mod">
        <pc:chgData name="조민주" userId="275d7e43-ea77-4ff6-9f77-0d62cec19855" providerId="ADAL" clId="{B7E211BF-A199-4809-8FCA-5F591B18F5D6}" dt="2026-07-23T04:25:52.426" v="45" actId="1076"/>
        <pc:sldMkLst>
          <pc:docMk/>
          <pc:sldMk cId="2439365637" sldId="277"/>
        </pc:sldMkLst>
        <pc:spChg chg="add mod">
          <ac:chgData name="조민주" userId="275d7e43-ea77-4ff6-9f77-0d62cec19855" providerId="ADAL" clId="{B7E211BF-A199-4809-8FCA-5F591B18F5D6}" dt="2026-07-23T04:25:52.426" v="45" actId="1076"/>
          <ac:spMkLst>
            <pc:docMk/>
            <pc:sldMk cId="2439365637" sldId="277"/>
            <ac:spMk id="3" creationId="{8AAE16AC-1C57-4FC7-FA6A-01FDB2F7A1F5}"/>
          </ac:spMkLst>
        </pc:spChg>
        <pc:spChg chg="del mod">
          <ac:chgData name="조민주" userId="275d7e43-ea77-4ff6-9f77-0d62cec19855" providerId="ADAL" clId="{B7E211BF-A199-4809-8FCA-5F591B18F5D6}" dt="2026-07-23T03:29:33.911" v="2" actId="478"/>
          <ac:spMkLst>
            <pc:docMk/>
            <pc:sldMk cId="2439365637" sldId="277"/>
            <ac:spMk id="20" creationId="{511F4F1F-249E-C86E-F109-2CEF6F4D41A2}"/>
          </ac:spMkLst>
        </pc:spChg>
        <pc:grpChg chg="del">
          <ac:chgData name="조민주" userId="275d7e43-ea77-4ff6-9f77-0d62cec19855" providerId="ADAL" clId="{B7E211BF-A199-4809-8FCA-5F591B18F5D6}" dt="2026-07-23T03:29:33.911" v="2" actId="478"/>
          <ac:grpSpMkLst>
            <pc:docMk/>
            <pc:sldMk cId="2439365637" sldId="277"/>
            <ac:grpSpMk id="19" creationId="{830F780A-C875-6627-E881-591924E715E9}"/>
          </ac:grpSpMkLst>
        </pc:grpChg>
        <pc:picChg chg="add mod modCrop">
          <ac:chgData name="조민주" userId="275d7e43-ea77-4ff6-9f77-0d62cec19855" providerId="ADAL" clId="{B7E211BF-A199-4809-8FCA-5F591B18F5D6}" dt="2026-07-23T04:24:58.603" v="22" actId="1076"/>
          <ac:picMkLst>
            <pc:docMk/>
            <pc:sldMk cId="2439365637" sldId="277"/>
            <ac:picMk id="2" creationId="{A9D8BC39-294E-79B3-EB05-F23BDA3396C9}"/>
          </ac:picMkLst>
        </pc:picChg>
        <pc:picChg chg="mod">
          <ac:chgData name="조민주" userId="275d7e43-ea77-4ff6-9f77-0d62cec19855" providerId="ADAL" clId="{B7E211BF-A199-4809-8FCA-5F591B18F5D6}" dt="2026-07-23T04:24:57.147" v="21" actId="1076"/>
          <ac:picMkLst>
            <pc:docMk/>
            <pc:sldMk cId="2439365637" sldId="277"/>
            <ac:picMk id="14" creationId="{BC97A248-A4A0-0271-8832-3AE8DCDC9BCB}"/>
          </ac:picMkLst>
        </pc:picChg>
      </pc:sldChg>
    </pc:docChg>
  </pc:docChgLst>
  <pc:docChgLst>
    <pc:chgData name="조민주" userId="275d7e43-ea77-4ff6-9f77-0d62cec19855" providerId="ADAL" clId="{666FFA83-C508-48FA-910B-2EA3503FB103}"/>
    <pc:docChg chg="undo custSel addSld modSld">
      <pc:chgData name="조민주" userId="275d7e43-ea77-4ff6-9f77-0d62cec19855" providerId="ADAL" clId="{666FFA83-C508-48FA-910B-2EA3503FB103}" dt="2026-07-22T18:21:13.557" v="2786" actId="1035"/>
      <pc:docMkLst>
        <pc:docMk/>
      </pc:docMkLst>
      <pc:sldChg chg="modSp mod">
        <pc:chgData name="조민주" userId="275d7e43-ea77-4ff6-9f77-0d62cec19855" providerId="ADAL" clId="{666FFA83-C508-48FA-910B-2EA3503FB103}" dt="2026-07-22T17:49:00.250" v="1705" actId="207"/>
        <pc:sldMkLst>
          <pc:docMk/>
          <pc:sldMk cId="522664464" sldId="267"/>
        </pc:sldMkLst>
        <pc:spChg chg="mod">
          <ac:chgData name="조민주" userId="275d7e43-ea77-4ff6-9f77-0d62cec19855" providerId="ADAL" clId="{666FFA83-C508-48FA-910B-2EA3503FB103}" dt="2026-07-22T17:49:00.250" v="1705" actId="207"/>
          <ac:spMkLst>
            <pc:docMk/>
            <pc:sldMk cId="522664464" sldId="267"/>
            <ac:spMk id="12" creationId="{1323AE4F-4D77-91DA-4A08-F324E5D83911}"/>
          </ac:spMkLst>
        </pc:spChg>
      </pc:sldChg>
      <pc:sldChg chg="modSp mod">
        <pc:chgData name="조민주" userId="275d7e43-ea77-4ff6-9f77-0d62cec19855" providerId="ADAL" clId="{666FFA83-C508-48FA-910B-2EA3503FB103}" dt="2026-07-22T17:58:31.637" v="1814" actId="255"/>
        <pc:sldMkLst>
          <pc:docMk/>
          <pc:sldMk cId="3767989309" sldId="269"/>
        </pc:sldMkLst>
        <pc:spChg chg="mod">
          <ac:chgData name="조민주" userId="275d7e43-ea77-4ff6-9f77-0d62cec19855" providerId="ADAL" clId="{666FFA83-C508-48FA-910B-2EA3503FB103}" dt="2026-07-22T17:58:31.637" v="1814" actId="255"/>
          <ac:spMkLst>
            <pc:docMk/>
            <pc:sldMk cId="3767989309" sldId="269"/>
            <ac:spMk id="43" creationId="{16238D03-CB6D-17D8-61B7-34B7FC05BDD8}"/>
          </ac:spMkLst>
        </pc:spChg>
      </pc:sldChg>
      <pc:sldChg chg="modSp mod">
        <pc:chgData name="조민주" userId="275d7e43-ea77-4ff6-9f77-0d62cec19855" providerId="ADAL" clId="{666FFA83-C508-48FA-910B-2EA3503FB103}" dt="2026-07-22T17:48:46.763" v="1703" actId="207"/>
        <pc:sldMkLst>
          <pc:docMk/>
          <pc:sldMk cId="3848082646" sldId="270"/>
        </pc:sldMkLst>
        <pc:spChg chg="mod">
          <ac:chgData name="조민주" userId="275d7e43-ea77-4ff6-9f77-0d62cec19855" providerId="ADAL" clId="{666FFA83-C508-48FA-910B-2EA3503FB103}" dt="2026-07-22T17:48:46.763" v="1703" actId="207"/>
          <ac:spMkLst>
            <pc:docMk/>
            <pc:sldMk cId="3848082646" sldId="270"/>
            <ac:spMk id="10" creationId="{C892D53F-A9A3-2AB6-F1C2-EA43DDBF423B}"/>
          </ac:spMkLst>
        </pc:spChg>
      </pc:sldChg>
      <pc:sldChg chg="modSp mod">
        <pc:chgData name="조민주" userId="275d7e43-ea77-4ff6-9f77-0d62cec19855" providerId="ADAL" clId="{666FFA83-C508-48FA-910B-2EA3503FB103}" dt="2026-07-22T16:48:00.663" v="1195" actId="1076"/>
        <pc:sldMkLst>
          <pc:docMk/>
          <pc:sldMk cId="1620125911" sldId="272"/>
        </pc:sldMkLst>
        <pc:spChg chg="mod">
          <ac:chgData name="조민주" userId="275d7e43-ea77-4ff6-9f77-0d62cec19855" providerId="ADAL" clId="{666FFA83-C508-48FA-910B-2EA3503FB103}" dt="2026-07-22T16:48:00.663" v="1195" actId="1076"/>
          <ac:spMkLst>
            <pc:docMk/>
            <pc:sldMk cId="1620125911" sldId="272"/>
            <ac:spMk id="2" creationId="{19399765-07D3-3129-4FCD-9B2B6028781B}"/>
          </ac:spMkLst>
        </pc:spChg>
      </pc:sldChg>
      <pc:sldChg chg="addSp delSp modSp mod">
        <pc:chgData name="조민주" userId="275d7e43-ea77-4ff6-9f77-0d62cec19855" providerId="ADAL" clId="{666FFA83-C508-48FA-910B-2EA3503FB103}" dt="2026-07-22T18:17:06.700" v="2629" actId="1076"/>
        <pc:sldMkLst>
          <pc:docMk/>
          <pc:sldMk cId="1515352758" sldId="274"/>
        </pc:sldMkLst>
        <pc:spChg chg="add mod">
          <ac:chgData name="조민주" userId="275d7e43-ea77-4ff6-9f77-0d62cec19855" providerId="ADAL" clId="{666FFA83-C508-48FA-910B-2EA3503FB103}" dt="2026-07-22T08:07:11.611" v="714" actId="14100"/>
          <ac:spMkLst>
            <pc:docMk/>
            <pc:sldMk cId="1515352758" sldId="274"/>
            <ac:spMk id="3" creationId="{A50FF9CE-7F2E-59A8-2216-7C637753B3D8}"/>
          </ac:spMkLst>
        </pc:spChg>
        <pc:spChg chg="add mod">
          <ac:chgData name="조민주" userId="275d7e43-ea77-4ff6-9f77-0d62cec19855" providerId="ADAL" clId="{666FFA83-C508-48FA-910B-2EA3503FB103}" dt="2026-07-22T08:07:03.780" v="712" actId="164"/>
          <ac:spMkLst>
            <pc:docMk/>
            <pc:sldMk cId="1515352758" sldId="274"/>
            <ac:spMk id="6" creationId="{28A30161-741E-9EA1-D90A-37BC3AA510F4}"/>
          </ac:spMkLst>
        </pc:spChg>
        <pc:spChg chg="add del mod">
          <ac:chgData name="조민주" userId="275d7e43-ea77-4ff6-9f77-0d62cec19855" providerId="ADAL" clId="{666FFA83-C508-48FA-910B-2EA3503FB103}" dt="2026-07-22T07:46:31.823" v="324" actId="478"/>
          <ac:spMkLst>
            <pc:docMk/>
            <pc:sldMk cId="1515352758" sldId="274"/>
            <ac:spMk id="7" creationId="{EB19EC80-1620-AD77-388E-70E1A31CC750}"/>
          </ac:spMkLst>
        </pc:spChg>
        <pc:spChg chg="add mod">
          <ac:chgData name="조민주" userId="275d7e43-ea77-4ff6-9f77-0d62cec19855" providerId="ADAL" clId="{666FFA83-C508-48FA-910B-2EA3503FB103}" dt="2026-07-22T08:07:20.973" v="744" actId="1035"/>
          <ac:spMkLst>
            <pc:docMk/>
            <pc:sldMk cId="1515352758" sldId="274"/>
            <ac:spMk id="19" creationId="{E8703053-5260-2BE3-FFAF-8708F82587FE}"/>
          </ac:spMkLst>
        </pc:spChg>
        <pc:spChg chg="add mod">
          <ac:chgData name="조민주" userId="275d7e43-ea77-4ff6-9f77-0d62cec19855" providerId="ADAL" clId="{666FFA83-C508-48FA-910B-2EA3503FB103}" dt="2026-07-22T08:07:20.973" v="744" actId="1035"/>
          <ac:spMkLst>
            <pc:docMk/>
            <pc:sldMk cId="1515352758" sldId="274"/>
            <ac:spMk id="20" creationId="{B502EDAC-1B5A-7531-57DE-F7B26F15DC66}"/>
          </ac:spMkLst>
        </pc:spChg>
        <pc:spChg chg="add mod">
          <ac:chgData name="조민주" userId="275d7e43-ea77-4ff6-9f77-0d62cec19855" providerId="ADAL" clId="{666FFA83-C508-48FA-910B-2EA3503FB103}" dt="2026-07-22T17:58:50.072" v="1815" actId="255"/>
          <ac:spMkLst>
            <pc:docMk/>
            <pc:sldMk cId="1515352758" sldId="274"/>
            <ac:spMk id="21" creationId="{CE1746A4-C334-7C05-14A3-3034CDBC863D}"/>
          </ac:spMkLst>
        </pc:spChg>
        <pc:spChg chg="add mod">
          <ac:chgData name="조민주" userId="275d7e43-ea77-4ff6-9f77-0d62cec19855" providerId="ADAL" clId="{666FFA83-C508-48FA-910B-2EA3503FB103}" dt="2026-07-22T17:50:37.147" v="1725" actId="1076"/>
          <ac:spMkLst>
            <pc:docMk/>
            <pc:sldMk cId="1515352758" sldId="274"/>
            <ac:spMk id="23" creationId="{A90F7AE6-2272-B333-0E77-B46C6009DF36}"/>
          </ac:spMkLst>
        </pc:spChg>
        <pc:grpChg chg="add mod">
          <ac:chgData name="조민주" userId="275d7e43-ea77-4ff6-9f77-0d62cec19855" providerId="ADAL" clId="{666FFA83-C508-48FA-910B-2EA3503FB103}" dt="2026-07-22T08:07:08.265" v="713" actId="14100"/>
          <ac:grpSpMkLst>
            <pc:docMk/>
            <pc:sldMk cId="1515352758" sldId="274"/>
            <ac:grpSpMk id="22" creationId="{0F06BDB0-DC8A-5C8C-222C-925B88A62FBE}"/>
          </ac:grpSpMkLst>
        </pc:grpChg>
        <pc:picChg chg="add mod">
          <ac:chgData name="조민주" userId="275d7e43-ea77-4ff6-9f77-0d62cec19855" providerId="ADAL" clId="{666FFA83-C508-48FA-910B-2EA3503FB103}" dt="2026-07-22T18:17:06.700" v="2629" actId="1076"/>
          <ac:picMkLst>
            <pc:docMk/>
            <pc:sldMk cId="1515352758" sldId="274"/>
            <ac:picMk id="2" creationId="{D333E270-C561-40C9-55A1-3548E5C67099}"/>
          </ac:picMkLst>
        </pc:picChg>
        <pc:picChg chg="add del mod">
          <ac:chgData name="조민주" userId="275d7e43-ea77-4ff6-9f77-0d62cec19855" providerId="ADAL" clId="{666FFA83-C508-48FA-910B-2EA3503FB103}" dt="2026-07-22T07:40:22.083" v="205" actId="478"/>
          <ac:picMkLst>
            <pc:docMk/>
            <pc:sldMk cId="1515352758" sldId="274"/>
            <ac:picMk id="4" creationId="{FAE10132-170A-1483-BA4A-CA3A06CD5BC2}"/>
          </ac:picMkLst>
        </pc:picChg>
        <pc:picChg chg="del mod">
          <ac:chgData name="조민주" userId="275d7e43-ea77-4ff6-9f77-0d62cec19855" providerId="ADAL" clId="{666FFA83-C508-48FA-910B-2EA3503FB103}" dt="2026-07-22T07:46:13.312" v="317" actId="478"/>
          <ac:picMkLst>
            <pc:docMk/>
            <pc:sldMk cId="1515352758" sldId="274"/>
            <ac:picMk id="5" creationId="{238F4BDB-B3B9-C9CB-40B5-2DF408C6FE77}"/>
          </ac:picMkLst>
        </pc:picChg>
        <pc:picChg chg="add del mod">
          <ac:chgData name="조민주" userId="275d7e43-ea77-4ff6-9f77-0d62cec19855" providerId="ADAL" clId="{666FFA83-C508-48FA-910B-2EA3503FB103}" dt="2026-07-22T07:47:04.689" v="331" actId="478"/>
          <ac:picMkLst>
            <pc:docMk/>
            <pc:sldMk cId="1515352758" sldId="274"/>
            <ac:picMk id="9" creationId="{ACEBE4B4-BE48-1FC2-1D96-40CD5C55697E}"/>
          </ac:picMkLst>
        </pc:picChg>
        <pc:picChg chg="add del mod">
          <ac:chgData name="조민주" userId="275d7e43-ea77-4ff6-9f77-0d62cec19855" providerId="ADAL" clId="{666FFA83-C508-48FA-910B-2EA3503FB103}" dt="2026-07-22T07:46:43.717" v="327" actId="478"/>
          <ac:picMkLst>
            <pc:docMk/>
            <pc:sldMk cId="1515352758" sldId="274"/>
            <ac:picMk id="11" creationId="{955CA1FD-F752-F6C9-00B6-3E1289BA70C9}"/>
          </ac:picMkLst>
        </pc:picChg>
        <pc:picChg chg="add mod ord">
          <ac:chgData name="조민주" userId="275d7e43-ea77-4ff6-9f77-0d62cec19855" providerId="ADAL" clId="{666FFA83-C508-48FA-910B-2EA3503FB103}" dt="2026-07-22T08:07:03.780" v="712" actId="164"/>
          <ac:picMkLst>
            <pc:docMk/>
            <pc:sldMk cId="1515352758" sldId="274"/>
            <ac:picMk id="13" creationId="{F534B76B-C1C5-B253-5356-D2C62DDEF1BA}"/>
          </ac:picMkLst>
        </pc:picChg>
        <pc:picChg chg="add mod">
          <ac:chgData name="조민주" userId="275d7e43-ea77-4ff6-9f77-0d62cec19855" providerId="ADAL" clId="{666FFA83-C508-48FA-910B-2EA3503FB103}" dt="2026-07-22T08:07:03.780" v="712" actId="164"/>
          <ac:picMkLst>
            <pc:docMk/>
            <pc:sldMk cId="1515352758" sldId="274"/>
            <ac:picMk id="15" creationId="{133624DD-A86C-FA1B-46D2-6D727960D5E4}"/>
          </ac:picMkLst>
        </pc:picChg>
        <pc:picChg chg="add mod">
          <ac:chgData name="조민주" userId="275d7e43-ea77-4ff6-9f77-0d62cec19855" providerId="ADAL" clId="{666FFA83-C508-48FA-910B-2EA3503FB103}" dt="2026-07-22T08:07:03.780" v="712" actId="164"/>
          <ac:picMkLst>
            <pc:docMk/>
            <pc:sldMk cId="1515352758" sldId="274"/>
            <ac:picMk id="17" creationId="{7E375EE0-1E37-B60C-BC6C-8F8349F31C5D}"/>
          </ac:picMkLst>
        </pc:picChg>
        <pc:picChg chg="add del mod">
          <ac:chgData name="조민주" userId="275d7e43-ea77-4ff6-9f77-0d62cec19855" providerId="ADAL" clId="{666FFA83-C508-48FA-910B-2EA3503FB103}" dt="2026-07-22T07:50:26.093" v="344" actId="478"/>
          <ac:picMkLst>
            <pc:docMk/>
            <pc:sldMk cId="1515352758" sldId="274"/>
            <ac:picMk id="18" creationId="{FEB21EA4-BAF0-DE81-99BE-D52D42FB5BB4}"/>
          </ac:picMkLst>
        </pc:picChg>
      </pc:sldChg>
      <pc:sldChg chg="addSp delSp modSp new mod">
        <pc:chgData name="조민주" userId="275d7e43-ea77-4ff6-9f77-0d62cec19855" providerId="ADAL" clId="{666FFA83-C508-48FA-910B-2EA3503FB103}" dt="2026-07-22T18:00:41.594" v="2150" actId="1076"/>
        <pc:sldMkLst>
          <pc:docMk/>
          <pc:sldMk cId="267602746" sldId="275"/>
        </pc:sldMkLst>
        <pc:spChg chg="del">
          <ac:chgData name="조민주" userId="275d7e43-ea77-4ff6-9f77-0d62cec19855" providerId="ADAL" clId="{666FFA83-C508-48FA-910B-2EA3503FB103}" dt="2026-07-22T07:15:21.803" v="7" actId="478"/>
          <ac:spMkLst>
            <pc:docMk/>
            <pc:sldMk cId="267602746" sldId="275"/>
            <ac:spMk id="2" creationId="{BA0B878D-E66F-7354-75EE-2E5EB430170D}"/>
          </ac:spMkLst>
        </pc:spChg>
        <pc:spChg chg="del">
          <ac:chgData name="조민주" userId="275d7e43-ea77-4ff6-9f77-0d62cec19855" providerId="ADAL" clId="{666FFA83-C508-48FA-910B-2EA3503FB103}" dt="2026-07-22T07:15:21.803" v="7" actId="478"/>
          <ac:spMkLst>
            <pc:docMk/>
            <pc:sldMk cId="267602746" sldId="275"/>
            <ac:spMk id="3" creationId="{D4E8F8F6-F0B2-162D-D31A-ABD651FED1EF}"/>
          </ac:spMkLst>
        </pc:spChg>
        <pc:spChg chg="add mod">
          <ac:chgData name="조민주" userId="275d7e43-ea77-4ff6-9f77-0d62cec19855" providerId="ADAL" clId="{666FFA83-C508-48FA-910B-2EA3503FB103}" dt="2026-07-22T16:33:07.599" v="928" actId="1076"/>
          <ac:spMkLst>
            <pc:docMk/>
            <pc:sldMk cId="267602746" sldId="275"/>
            <ac:spMk id="6" creationId="{47B64CCD-71D7-32A2-68EE-62944F340E7F}"/>
          </ac:spMkLst>
        </pc:spChg>
        <pc:spChg chg="add mod topLvl">
          <ac:chgData name="조민주" userId="275d7e43-ea77-4ff6-9f77-0d62cec19855" providerId="ADAL" clId="{666FFA83-C508-48FA-910B-2EA3503FB103}" dt="2026-07-22T16:38:23.356" v="1051" actId="165"/>
          <ac:spMkLst>
            <pc:docMk/>
            <pc:sldMk cId="267602746" sldId="275"/>
            <ac:spMk id="11" creationId="{F8E6EB43-CE40-F7FB-D9F0-A1AFC3954A22}"/>
          </ac:spMkLst>
        </pc:spChg>
        <pc:spChg chg="add mod topLvl">
          <ac:chgData name="조민주" userId="275d7e43-ea77-4ff6-9f77-0d62cec19855" providerId="ADAL" clId="{666FFA83-C508-48FA-910B-2EA3503FB103}" dt="2026-07-22T16:38:31.146" v="1052" actId="1076"/>
          <ac:spMkLst>
            <pc:docMk/>
            <pc:sldMk cId="267602746" sldId="275"/>
            <ac:spMk id="12" creationId="{A67B57BB-4863-934D-E3C9-6CBB83317E83}"/>
          </ac:spMkLst>
        </pc:spChg>
        <pc:spChg chg="add del mod">
          <ac:chgData name="조민주" userId="275d7e43-ea77-4ff6-9f77-0d62cec19855" providerId="ADAL" clId="{666FFA83-C508-48FA-910B-2EA3503FB103}" dt="2026-07-22T16:38:14.449" v="1050" actId="478"/>
          <ac:spMkLst>
            <pc:docMk/>
            <pc:sldMk cId="267602746" sldId="275"/>
            <ac:spMk id="13" creationId="{F2D04032-F5EF-CFD8-D673-F08944811A04}"/>
          </ac:spMkLst>
        </pc:spChg>
        <pc:spChg chg="add mod">
          <ac:chgData name="조민주" userId="275d7e43-ea77-4ff6-9f77-0d62cec19855" providerId="ADAL" clId="{666FFA83-C508-48FA-910B-2EA3503FB103}" dt="2026-07-22T16:39:39.372" v="1123" actId="1076"/>
          <ac:spMkLst>
            <pc:docMk/>
            <pc:sldMk cId="267602746" sldId="275"/>
            <ac:spMk id="19" creationId="{EEB2E68E-DEB8-B99E-892F-DE3938E350B2}"/>
          </ac:spMkLst>
        </pc:spChg>
        <pc:spChg chg="add mod ord">
          <ac:chgData name="조민주" userId="275d7e43-ea77-4ff6-9f77-0d62cec19855" providerId="ADAL" clId="{666FFA83-C508-48FA-910B-2EA3503FB103}" dt="2026-07-22T17:48:06.833" v="1700" actId="13926"/>
          <ac:spMkLst>
            <pc:docMk/>
            <pc:sldMk cId="267602746" sldId="275"/>
            <ac:spMk id="20" creationId="{F6152B5D-825B-D0F3-B437-F66FA233FE3C}"/>
          </ac:spMkLst>
        </pc:spChg>
        <pc:spChg chg="add mod">
          <ac:chgData name="조민주" userId="275d7e43-ea77-4ff6-9f77-0d62cec19855" providerId="ADAL" clId="{666FFA83-C508-48FA-910B-2EA3503FB103}" dt="2026-07-22T16:39:10.037" v="1116" actId="164"/>
          <ac:spMkLst>
            <pc:docMk/>
            <pc:sldMk cId="267602746" sldId="275"/>
            <ac:spMk id="21" creationId="{A41D7F7B-A3F0-4EFE-C702-BB6F8FB5A57C}"/>
          </ac:spMkLst>
        </pc:spChg>
        <pc:spChg chg="add mod">
          <ac:chgData name="조민주" userId="275d7e43-ea77-4ff6-9f77-0d62cec19855" providerId="ADAL" clId="{666FFA83-C508-48FA-910B-2EA3503FB103}" dt="2026-07-22T18:00:41.594" v="2150" actId="1076"/>
          <ac:spMkLst>
            <pc:docMk/>
            <pc:sldMk cId="267602746" sldId="275"/>
            <ac:spMk id="23" creationId="{AEA8837E-3D61-26B5-305D-CB607EFB90A5}"/>
          </ac:spMkLst>
        </pc:spChg>
        <pc:grpChg chg="add del mod">
          <ac:chgData name="조민주" userId="275d7e43-ea77-4ff6-9f77-0d62cec19855" providerId="ADAL" clId="{666FFA83-C508-48FA-910B-2EA3503FB103}" dt="2026-07-22T16:38:23.356" v="1051" actId="165"/>
          <ac:grpSpMkLst>
            <pc:docMk/>
            <pc:sldMk cId="267602746" sldId="275"/>
            <ac:grpSpMk id="18" creationId="{30D23198-AE83-8444-5527-688BB782560B}"/>
          </ac:grpSpMkLst>
        </pc:grpChg>
        <pc:grpChg chg="add mod">
          <ac:chgData name="조민주" userId="275d7e43-ea77-4ff6-9f77-0d62cec19855" providerId="ADAL" clId="{666FFA83-C508-48FA-910B-2EA3503FB103}" dt="2026-07-22T16:39:34.888" v="1122" actId="1076"/>
          <ac:grpSpMkLst>
            <pc:docMk/>
            <pc:sldMk cId="267602746" sldId="275"/>
            <ac:grpSpMk id="22" creationId="{A731E305-4A05-AE76-5BD8-6DED580C5523}"/>
          </ac:grpSpMkLst>
        </pc:grpChg>
        <pc:picChg chg="add mod">
          <ac:chgData name="조민주" userId="275d7e43-ea77-4ff6-9f77-0d62cec19855" providerId="ADAL" clId="{666FFA83-C508-48FA-910B-2EA3503FB103}" dt="2026-07-22T16:39:17.529" v="1117" actId="1076"/>
          <ac:picMkLst>
            <pc:docMk/>
            <pc:sldMk cId="267602746" sldId="275"/>
            <ac:picMk id="3" creationId="{E0EB61D4-C58A-3FAF-AA1E-62D2C9535F94}"/>
          </ac:picMkLst>
        </pc:picChg>
        <pc:picChg chg="add mod modCrop">
          <ac:chgData name="조민주" userId="275d7e43-ea77-4ff6-9f77-0d62cec19855" providerId="ADAL" clId="{666FFA83-C508-48FA-910B-2EA3503FB103}" dt="2026-07-22T16:47:54.227" v="1194" actId="732"/>
          <ac:picMkLst>
            <pc:docMk/>
            <pc:sldMk cId="267602746" sldId="275"/>
            <ac:picMk id="4" creationId="{A329ED01-6D4D-5744-38A6-D13837E9F262}"/>
          </ac:picMkLst>
        </pc:picChg>
        <pc:picChg chg="add mod ord modCrop">
          <ac:chgData name="조민주" userId="275d7e43-ea77-4ff6-9f77-0d62cec19855" providerId="ADAL" clId="{666FFA83-C508-48FA-910B-2EA3503FB103}" dt="2026-07-22T16:33:07.599" v="928" actId="1076"/>
          <ac:picMkLst>
            <pc:docMk/>
            <pc:sldMk cId="267602746" sldId="275"/>
            <ac:picMk id="5" creationId="{E9706FBD-AB69-B21E-EED9-72CAE6F99B6C}"/>
          </ac:picMkLst>
        </pc:picChg>
        <pc:picChg chg="add mod topLvl">
          <ac:chgData name="조민주" userId="275d7e43-ea77-4ff6-9f77-0d62cec19855" providerId="ADAL" clId="{666FFA83-C508-48FA-910B-2EA3503FB103}" dt="2026-07-22T16:38:31.146" v="1052" actId="1076"/>
          <ac:picMkLst>
            <pc:docMk/>
            <pc:sldMk cId="267602746" sldId="275"/>
            <ac:picMk id="8" creationId="{FE7F591F-6DF6-28FB-B330-9D15A26E14A5}"/>
          </ac:picMkLst>
        </pc:picChg>
        <pc:picChg chg="add mod modCrop">
          <ac:chgData name="조민주" userId="275d7e43-ea77-4ff6-9f77-0d62cec19855" providerId="ADAL" clId="{666FFA83-C508-48FA-910B-2EA3503FB103}" dt="2026-07-22T16:44:56.402" v="1187" actId="1076"/>
          <ac:picMkLst>
            <pc:docMk/>
            <pc:sldMk cId="267602746" sldId="275"/>
            <ac:picMk id="9" creationId="{AAA6E92F-9C71-C30E-C5FC-D8C4C1795187}"/>
          </ac:picMkLst>
        </pc:picChg>
        <pc:picChg chg="add mod topLvl">
          <ac:chgData name="조민주" userId="275d7e43-ea77-4ff6-9f77-0d62cec19855" providerId="ADAL" clId="{666FFA83-C508-48FA-910B-2EA3503FB103}" dt="2026-07-22T16:38:23.356" v="1051" actId="165"/>
          <ac:picMkLst>
            <pc:docMk/>
            <pc:sldMk cId="267602746" sldId="275"/>
            <ac:picMk id="10" creationId="{153E1E24-89DC-C2B6-1F52-B94A0079F419}"/>
          </ac:picMkLst>
        </pc:picChg>
        <pc:picChg chg="add mod modCrop">
          <ac:chgData name="조민주" userId="275d7e43-ea77-4ff6-9f77-0d62cec19855" providerId="ADAL" clId="{666FFA83-C508-48FA-910B-2EA3503FB103}" dt="2026-07-22T16:40:16.560" v="1135" actId="1076"/>
          <ac:picMkLst>
            <pc:docMk/>
            <pc:sldMk cId="267602746" sldId="275"/>
            <ac:picMk id="15" creationId="{D7562DDE-96A2-6E3F-0633-CD8CB27CDFAD}"/>
          </ac:picMkLst>
        </pc:picChg>
        <pc:picChg chg="add mod">
          <ac:chgData name="조민주" userId="275d7e43-ea77-4ff6-9f77-0d62cec19855" providerId="ADAL" clId="{666FFA83-C508-48FA-910B-2EA3503FB103}" dt="2026-07-22T16:39:10.037" v="1116" actId="164"/>
          <ac:picMkLst>
            <pc:docMk/>
            <pc:sldMk cId="267602746" sldId="275"/>
            <ac:picMk id="17" creationId="{8773165C-6C6F-DFD4-D071-A444A90C2367}"/>
          </ac:picMkLst>
        </pc:picChg>
      </pc:sldChg>
      <pc:sldChg chg="addSp delSp modSp new mod">
        <pc:chgData name="조민주" userId="275d7e43-ea77-4ff6-9f77-0d62cec19855" providerId="ADAL" clId="{666FFA83-C508-48FA-910B-2EA3503FB103}" dt="2026-07-22T17:57:53.868" v="1813" actId="1076"/>
        <pc:sldMkLst>
          <pc:docMk/>
          <pc:sldMk cId="2848108461" sldId="276"/>
        </pc:sldMkLst>
        <pc:spChg chg="del">
          <ac:chgData name="조민주" userId="275d7e43-ea77-4ff6-9f77-0d62cec19855" providerId="ADAL" clId="{666FFA83-C508-48FA-910B-2EA3503FB103}" dt="2026-07-22T07:51:45.961" v="366" actId="478"/>
          <ac:spMkLst>
            <pc:docMk/>
            <pc:sldMk cId="2848108461" sldId="276"/>
            <ac:spMk id="2" creationId="{0BC70E00-B38E-1FAD-3E5E-4C3DC6302D4D}"/>
          </ac:spMkLst>
        </pc:spChg>
        <pc:spChg chg="del">
          <ac:chgData name="조민주" userId="275d7e43-ea77-4ff6-9f77-0d62cec19855" providerId="ADAL" clId="{666FFA83-C508-48FA-910B-2EA3503FB103}" dt="2026-07-22T07:51:45.961" v="366" actId="478"/>
          <ac:spMkLst>
            <pc:docMk/>
            <pc:sldMk cId="2848108461" sldId="276"/>
            <ac:spMk id="3" creationId="{74564206-177D-EA1A-1E2A-CD5BF4EA8409}"/>
          </ac:spMkLst>
        </pc:spChg>
        <pc:spChg chg="add mod">
          <ac:chgData name="조민주" userId="275d7e43-ea77-4ff6-9f77-0d62cec19855" providerId="ADAL" clId="{666FFA83-C508-48FA-910B-2EA3503FB103}" dt="2026-07-22T17:47:20.570" v="1695" actId="1038"/>
          <ac:spMkLst>
            <pc:docMk/>
            <pc:sldMk cId="2848108461" sldId="276"/>
            <ac:spMk id="4" creationId="{CA2F5B38-4896-DB0E-1769-81AD7DB26F0A}"/>
          </ac:spMkLst>
        </pc:spChg>
        <pc:spChg chg="add mod">
          <ac:chgData name="조민주" userId="275d7e43-ea77-4ff6-9f77-0d62cec19855" providerId="ADAL" clId="{666FFA83-C508-48FA-910B-2EA3503FB103}" dt="2026-07-22T17:07:35.153" v="1268" actId="1076"/>
          <ac:spMkLst>
            <pc:docMk/>
            <pc:sldMk cId="2848108461" sldId="276"/>
            <ac:spMk id="5" creationId="{AB86A26A-526D-AFA6-8CDF-3728E9F3AA7C}"/>
          </ac:spMkLst>
        </pc:spChg>
        <pc:spChg chg="add mod">
          <ac:chgData name="조민주" userId="275d7e43-ea77-4ff6-9f77-0d62cec19855" providerId="ADAL" clId="{666FFA83-C508-48FA-910B-2EA3503FB103}" dt="2026-07-22T17:07:38.143" v="1269" actId="1076"/>
          <ac:spMkLst>
            <pc:docMk/>
            <pc:sldMk cId="2848108461" sldId="276"/>
            <ac:spMk id="12" creationId="{B442BC54-EEFC-32DE-ADE2-3746621F9BE3}"/>
          </ac:spMkLst>
        </pc:spChg>
        <pc:spChg chg="add mod">
          <ac:chgData name="조민주" userId="275d7e43-ea77-4ff6-9f77-0d62cec19855" providerId="ADAL" clId="{666FFA83-C508-48FA-910B-2EA3503FB103}" dt="2026-07-22T17:29:00.178" v="1482" actId="113"/>
          <ac:spMkLst>
            <pc:docMk/>
            <pc:sldMk cId="2848108461" sldId="276"/>
            <ac:spMk id="15" creationId="{4F55B063-6D80-C16E-E6E7-82A6DAF6864C}"/>
          </ac:spMkLst>
        </pc:spChg>
        <pc:spChg chg="add del">
          <ac:chgData name="조민주" userId="275d7e43-ea77-4ff6-9f77-0d62cec19855" providerId="ADAL" clId="{666FFA83-C508-48FA-910B-2EA3503FB103}" dt="2026-07-22T17:14:53.176" v="1322" actId="478"/>
          <ac:spMkLst>
            <pc:docMk/>
            <pc:sldMk cId="2848108461" sldId="276"/>
            <ac:spMk id="16" creationId="{9EE4B04B-733A-590C-AB06-B2503F55932B}"/>
          </ac:spMkLst>
        </pc:spChg>
        <pc:spChg chg="add del mod">
          <ac:chgData name="조민주" userId="275d7e43-ea77-4ff6-9f77-0d62cec19855" providerId="ADAL" clId="{666FFA83-C508-48FA-910B-2EA3503FB103}" dt="2026-07-22T17:15:31.534" v="1326" actId="478"/>
          <ac:spMkLst>
            <pc:docMk/>
            <pc:sldMk cId="2848108461" sldId="276"/>
            <ac:spMk id="17" creationId="{44A3D16B-FBD1-DD0A-E586-26AC32EDC43B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18" creationId="{6C81982A-B3A6-5033-0FB5-ED947737559B}"/>
          </ac:spMkLst>
        </pc:spChg>
        <pc:spChg chg="add mod">
          <ac:chgData name="조민주" userId="275d7e43-ea77-4ff6-9f77-0d62cec19855" providerId="ADAL" clId="{666FFA83-C508-48FA-910B-2EA3503FB103}" dt="2026-07-22T17:47:20.570" v="1695" actId="1038"/>
          <ac:spMkLst>
            <pc:docMk/>
            <pc:sldMk cId="2848108461" sldId="276"/>
            <ac:spMk id="19" creationId="{8033AE92-5B9F-A6B1-A122-E6A3FF939614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0" creationId="{976C3465-1173-0DA0-DFC4-BAB3CCB4EFC0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1" creationId="{43FA4780-56CA-43A0-1694-95DF9F84D2F9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2" creationId="{38343342-AC1D-B4E9-493B-1D6EB60C48C4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3" creationId="{B26409F9-A0B8-D376-06A2-8EAF871F14F7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4" creationId="{126AD419-ABCC-74F8-3FE1-6C2531205688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5" creationId="{33A2A1BB-2874-A177-1CB1-0D49ABAD0282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6" creationId="{B189312B-9FBC-A99F-F837-2F4DCF9C05EF}"/>
          </ac:spMkLst>
        </pc:spChg>
        <pc:spChg chg="add mod">
          <ac:chgData name="조민주" userId="275d7e43-ea77-4ff6-9f77-0d62cec19855" providerId="ADAL" clId="{666FFA83-C508-48FA-910B-2EA3503FB103}" dt="2026-07-22T17:28:27.441" v="1475" actId="255"/>
          <ac:spMkLst>
            <pc:docMk/>
            <pc:sldMk cId="2848108461" sldId="276"/>
            <ac:spMk id="27" creationId="{F0CF0748-8BE4-F13A-3B58-3571B2D2CC2C}"/>
          </ac:spMkLst>
        </pc:spChg>
        <pc:spChg chg="add mod">
          <ac:chgData name="조민주" userId="275d7e43-ea77-4ff6-9f77-0d62cec19855" providerId="ADAL" clId="{666FFA83-C508-48FA-910B-2EA3503FB103}" dt="2026-07-22T17:38:58.625" v="1588" actId="164"/>
          <ac:spMkLst>
            <pc:docMk/>
            <pc:sldMk cId="2848108461" sldId="276"/>
            <ac:spMk id="30" creationId="{7BA36B6D-9267-D78E-EFAF-D44F101ED0EA}"/>
          </ac:spMkLst>
        </pc:spChg>
        <pc:spChg chg="add mod">
          <ac:chgData name="조민주" userId="275d7e43-ea77-4ff6-9f77-0d62cec19855" providerId="ADAL" clId="{666FFA83-C508-48FA-910B-2EA3503FB103}" dt="2026-07-22T17:38:07.634" v="1582" actId="164"/>
          <ac:spMkLst>
            <pc:docMk/>
            <pc:sldMk cId="2848108461" sldId="276"/>
            <ac:spMk id="34" creationId="{AC05173E-9EAD-E6B4-8107-7BC77B20DC7D}"/>
          </ac:spMkLst>
        </pc:spChg>
        <pc:spChg chg="add mod ord">
          <ac:chgData name="조민주" userId="275d7e43-ea77-4ff6-9f77-0d62cec19855" providerId="ADAL" clId="{666FFA83-C508-48FA-910B-2EA3503FB103}" dt="2026-07-22T17:38:07.634" v="1582" actId="164"/>
          <ac:spMkLst>
            <pc:docMk/>
            <pc:sldMk cId="2848108461" sldId="276"/>
            <ac:spMk id="36" creationId="{985071CF-7123-DBEA-42F2-05342D971DDB}"/>
          </ac:spMkLst>
        </pc:spChg>
        <pc:spChg chg="add mod">
          <ac:chgData name="조민주" userId="275d7e43-ea77-4ff6-9f77-0d62cec19855" providerId="ADAL" clId="{666FFA83-C508-48FA-910B-2EA3503FB103}" dt="2026-07-22T17:47:20.570" v="1695" actId="1038"/>
          <ac:spMkLst>
            <pc:docMk/>
            <pc:sldMk cId="2848108461" sldId="276"/>
            <ac:spMk id="41" creationId="{88B3725C-5488-9114-20AF-08B0BCEF976A}"/>
          </ac:spMkLst>
        </pc:spChg>
        <pc:spChg chg="add mod">
          <ac:chgData name="조민주" userId="275d7e43-ea77-4ff6-9f77-0d62cec19855" providerId="ADAL" clId="{666FFA83-C508-48FA-910B-2EA3503FB103}" dt="2026-07-22T17:57:53.868" v="1813" actId="1076"/>
          <ac:spMkLst>
            <pc:docMk/>
            <pc:sldMk cId="2848108461" sldId="276"/>
            <ac:spMk id="42" creationId="{E13EFEE3-82EB-396B-B5E1-4A140704AE9E}"/>
          </ac:spMkLst>
        </pc:spChg>
        <pc:grpChg chg="add mod">
          <ac:chgData name="조민주" userId="275d7e43-ea77-4ff6-9f77-0d62cec19855" providerId="ADAL" clId="{666FFA83-C508-48FA-910B-2EA3503FB103}" dt="2026-07-22T17:38:44.466" v="1586" actId="164"/>
          <ac:grpSpMkLst>
            <pc:docMk/>
            <pc:sldMk cId="2848108461" sldId="276"/>
            <ac:grpSpMk id="28" creationId="{9B27A69D-BF2A-8910-42E3-0D69CD654DB6}"/>
          </ac:grpSpMkLst>
        </pc:grpChg>
        <pc:grpChg chg="add mod ord">
          <ac:chgData name="조민주" userId="275d7e43-ea77-4ff6-9f77-0d62cec19855" providerId="ADAL" clId="{666FFA83-C508-48FA-910B-2EA3503FB103}" dt="2026-07-22T17:38:44.466" v="1586" actId="164"/>
          <ac:grpSpMkLst>
            <pc:docMk/>
            <pc:sldMk cId="2848108461" sldId="276"/>
            <ac:grpSpMk id="37" creationId="{F5945DF4-EBF4-DF13-F743-DF77F2686CDD}"/>
          </ac:grpSpMkLst>
        </pc:grpChg>
        <pc:grpChg chg="add mod">
          <ac:chgData name="조민주" userId="275d7e43-ea77-4ff6-9f77-0d62cec19855" providerId="ADAL" clId="{666FFA83-C508-48FA-910B-2EA3503FB103}" dt="2026-07-22T17:38:58.625" v="1588" actId="164"/>
          <ac:grpSpMkLst>
            <pc:docMk/>
            <pc:sldMk cId="2848108461" sldId="276"/>
            <ac:grpSpMk id="38" creationId="{060C64A7-DFC7-E57C-AD2A-0FE93213FD97}"/>
          </ac:grpSpMkLst>
        </pc:grpChg>
        <pc:grpChg chg="add mod">
          <ac:chgData name="조민주" userId="275d7e43-ea77-4ff6-9f77-0d62cec19855" providerId="ADAL" clId="{666FFA83-C508-48FA-910B-2EA3503FB103}" dt="2026-07-22T17:47:20.570" v="1695" actId="1038"/>
          <ac:grpSpMkLst>
            <pc:docMk/>
            <pc:sldMk cId="2848108461" sldId="276"/>
            <ac:grpSpMk id="39" creationId="{968450D2-691D-D533-4E5B-F7477AF4770C}"/>
          </ac:grpSpMkLst>
        </pc:grpChg>
        <pc:graphicFrameChg chg="add mod modGraphic">
          <ac:chgData name="조민주" userId="275d7e43-ea77-4ff6-9f77-0d62cec19855" providerId="ADAL" clId="{666FFA83-C508-48FA-910B-2EA3503FB103}" dt="2026-07-22T17:47:27.622" v="1697" actId="1076"/>
          <ac:graphicFrameMkLst>
            <pc:docMk/>
            <pc:sldMk cId="2848108461" sldId="276"/>
            <ac:graphicFrameMk id="35" creationId="{5A36A4F2-33C6-6750-AC9C-DCA92827A5FB}"/>
          </ac:graphicFrameMkLst>
        </pc:graphicFrameChg>
        <pc:picChg chg="add del mod">
          <ac:chgData name="조민주" userId="275d7e43-ea77-4ff6-9f77-0d62cec19855" providerId="ADAL" clId="{666FFA83-C508-48FA-910B-2EA3503FB103}" dt="2026-07-22T16:51:20.388" v="1232" actId="478"/>
          <ac:picMkLst>
            <pc:docMk/>
            <pc:sldMk cId="2848108461" sldId="276"/>
            <ac:picMk id="3" creationId="{D9310AE6-8ED6-8737-40BE-DD18D66C80AA}"/>
          </ac:picMkLst>
        </pc:picChg>
        <pc:picChg chg="add del mod">
          <ac:chgData name="조민주" userId="275d7e43-ea77-4ff6-9f77-0d62cec19855" providerId="ADAL" clId="{666FFA83-C508-48FA-910B-2EA3503FB103}" dt="2026-07-22T16:52:10.288" v="1239" actId="478"/>
          <ac:picMkLst>
            <pc:docMk/>
            <pc:sldMk cId="2848108461" sldId="276"/>
            <ac:picMk id="7" creationId="{AEB2C694-2F51-37E5-11AC-D6F2728C457D}"/>
          </ac:picMkLst>
        </pc:picChg>
        <pc:picChg chg="add mod">
          <ac:chgData name="조민주" userId="275d7e43-ea77-4ff6-9f77-0d62cec19855" providerId="ADAL" clId="{666FFA83-C508-48FA-910B-2EA3503FB103}" dt="2026-07-22T17:07:31.057" v="1266" actId="1076"/>
          <ac:picMkLst>
            <pc:docMk/>
            <pc:sldMk cId="2848108461" sldId="276"/>
            <ac:picMk id="9" creationId="{3174B5B4-FD38-37F9-2D94-2B3CE8550564}"/>
          </ac:picMkLst>
        </pc:picChg>
        <pc:picChg chg="add mod">
          <ac:chgData name="조민주" userId="275d7e43-ea77-4ff6-9f77-0d62cec19855" providerId="ADAL" clId="{666FFA83-C508-48FA-910B-2EA3503FB103}" dt="2026-07-22T17:23:48.590" v="1470" actId="1076"/>
          <ac:picMkLst>
            <pc:docMk/>
            <pc:sldMk cId="2848108461" sldId="276"/>
            <ac:picMk id="11" creationId="{4B0B22BF-45B3-FDF2-1308-8ECA9CDE979A}"/>
          </ac:picMkLst>
        </pc:picChg>
        <pc:cxnChg chg="add del">
          <ac:chgData name="조민주" userId="275d7e43-ea77-4ff6-9f77-0d62cec19855" providerId="ADAL" clId="{666FFA83-C508-48FA-910B-2EA3503FB103}" dt="2026-07-22T16:58:47.621" v="1265" actId="478"/>
          <ac:cxnSpMkLst>
            <pc:docMk/>
            <pc:sldMk cId="2848108461" sldId="276"/>
            <ac:cxnSpMk id="14" creationId="{1FC1D2E0-2E0D-DC7F-9D31-8FDB6FEA1F61}"/>
          </ac:cxnSpMkLst>
        </pc:cxnChg>
        <pc:cxnChg chg="add mod">
          <ac:chgData name="조민주" userId="275d7e43-ea77-4ff6-9f77-0d62cec19855" providerId="ADAL" clId="{666FFA83-C508-48FA-910B-2EA3503FB103}" dt="2026-07-22T17:38:07.634" v="1582" actId="164"/>
          <ac:cxnSpMkLst>
            <pc:docMk/>
            <pc:sldMk cId="2848108461" sldId="276"/>
            <ac:cxnSpMk id="32" creationId="{8DE210FC-FC86-B828-7655-DEB6AAEBD47D}"/>
          </ac:cxnSpMkLst>
        </pc:cxnChg>
      </pc:sldChg>
      <pc:sldChg chg="addSp delSp modSp new mod">
        <pc:chgData name="조민주" userId="275d7e43-ea77-4ff6-9f77-0d62cec19855" providerId="ADAL" clId="{666FFA83-C508-48FA-910B-2EA3503FB103}" dt="2026-07-22T18:21:13.557" v="2786" actId="1035"/>
        <pc:sldMkLst>
          <pc:docMk/>
          <pc:sldMk cId="2439365637" sldId="277"/>
        </pc:sldMkLst>
        <pc:spChg chg="del">
          <ac:chgData name="조민주" userId="275d7e43-ea77-4ff6-9f77-0d62cec19855" providerId="ADAL" clId="{666FFA83-C508-48FA-910B-2EA3503FB103}" dt="2026-07-22T18:01:15.576" v="2152" actId="478"/>
          <ac:spMkLst>
            <pc:docMk/>
            <pc:sldMk cId="2439365637" sldId="277"/>
            <ac:spMk id="2" creationId="{66DA68A5-1DF1-174D-20B9-1822FA368BC7}"/>
          </ac:spMkLst>
        </pc:spChg>
        <pc:spChg chg="del">
          <ac:chgData name="조민주" userId="275d7e43-ea77-4ff6-9f77-0d62cec19855" providerId="ADAL" clId="{666FFA83-C508-48FA-910B-2EA3503FB103}" dt="2026-07-22T18:01:15.576" v="2152" actId="478"/>
          <ac:spMkLst>
            <pc:docMk/>
            <pc:sldMk cId="2439365637" sldId="277"/>
            <ac:spMk id="3" creationId="{CF0EFB05-9711-E3AC-C7E9-08A2051C82F2}"/>
          </ac:spMkLst>
        </pc:spChg>
        <pc:spChg chg="add mod">
          <ac:chgData name="조민주" userId="275d7e43-ea77-4ff6-9f77-0d62cec19855" providerId="ADAL" clId="{666FFA83-C508-48FA-910B-2EA3503FB103}" dt="2026-07-22T18:21:01.704" v="2762" actId="1076"/>
          <ac:spMkLst>
            <pc:docMk/>
            <pc:sldMk cId="2439365637" sldId="277"/>
            <ac:spMk id="4" creationId="{43185C5B-77CC-6EEA-B20D-3EA80887AD12}"/>
          </ac:spMkLst>
        </pc:spChg>
        <pc:spChg chg="add mod">
          <ac:chgData name="조민주" userId="275d7e43-ea77-4ff6-9f77-0d62cec19855" providerId="ADAL" clId="{666FFA83-C508-48FA-910B-2EA3503FB103}" dt="2026-07-22T18:04:45.871" v="2278" actId="1076"/>
          <ac:spMkLst>
            <pc:docMk/>
            <pc:sldMk cId="2439365637" sldId="277"/>
            <ac:spMk id="7" creationId="{02CA0B4E-A5E5-3A29-703D-008636C9981D}"/>
          </ac:spMkLst>
        </pc:spChg>
        <pc:spChg chg="add mod">
          <ac:chgData name="조민주" userId="275d7e43-ea77-4ff6-9f77-0d62cec19855" providerId="ADAL" clId="{666FFA83-C508-48FA-910B-2EA3503FB103}" dt="2026-07-22T18:20:57.646" v="2761" actId="1076"/>
          <ac:spMkLst>
            <pc:docMk/>
            <pc:sldMk cId="2439365637" sldId="277"/>
            <ac:spMk id="8" creationId="{BE1C7E98-0F31-5BA2-1EE3-FD57330F34DF}"/>
          </ac:spMkLst>
        </pc:spChg>
        <pc:spChg chg="add mod">
          <ac:chgData name="조민주" userId="275d7e43-ea77-4ff6-9f77-0d62cec19855" providerId="ADAL" clId="{666FFA83-C508-48FA-910B-2EA3503FB103}" dt="2026-07-22T18:20:53.177" v="2760" actId="1076"/>
          <ac:spMkLst>
            <pc:docMk/>
            <pc:sldMk cId="2439365637" sldId="277"/>
            <ac:spMk id="9" creationId="{DCD60DE9-AA18-3641-6F34-FE67850B39D9}"/>
          </ac:spMkLst>
        </pc:spChg>
        <pc:spChg chg="add mod">
          <ac:chgData name="조민주" userId="275d7e43-ea77-4ff6-9f77-0d62cec19855" providerId="ADAL" clId="{666FFA83-C508-48FA-910B-2EA3503FB103}" dt="2026-07-22T18:20:39.150" v="2737" actId="20577"/>
          <ac:spMkLst>
            <pc:docMk/>
            <pc:sldMk cId="2439365637" sldId="277"/>
            <ac:spMk id="10" creationId="{23074D67-0D05-4141-A084-6020C1F4F92C}"/>
          </ac:spMkLst>
        </pc:spChg>
        <pc:spChg chg="add mod">
          <ac:chgData name="조민주" userId="275d7e43-ea77-4ff6-9f77-0d62cec19855" providerId="ADAL" clId="{666FFA83-C508-48FA-910B-2EA3503FB103}" dt="2026-07-22T18:20:49.065" v="2759" actId="1036"/>
          <ac:spMkLst>
            <pc:docMk/>
            <pc:sldMk cId="2439365637" sldId="277"/>
            <ac:spMk id="11" creationId="{3A8ADC04-B65C-79B1-1DBA-A0CE41026768}"/>
          </ac:spMkLst>
        </pc:spChg>
        <pc:spChg chg="add mod">
          <ac:chgData name="조민주" userId="275d7e43-ea77-4ff6-9f77-0d62cec19855" providerId="ADAL" clId="{666FFA83-C508-48FA-910B-2EA3503FB103}" dt="2026-07-22T18:20:49.065" v="2759" actId="1036"/>
          <ac:spMkLst>
            <pc:docMk/>
            <pc:sldMk cId="2439365637" sldId="277"/>
            <ac:spMk id="12" creationId="{9FA9B518-0C6A-FD0B-456C-080E59451FBA}"/>
          </ac:spMkLst>
        </pc:spChg>
        <pc:spChg chg="add mod">
          <ac:chgData name="조민주" userId="275d7e43-ea77-4ff6-9f77-0d62cec19855" providerId="ADAL" clId="{666FFA83-C508-48FA-910B-2EA3503FB103}" dt="2026-07-22T18:20:42.431" v="2738" actId="20577"/>
          <ac:spMkLst>
            <pc:docMk/>
            <pc:sldMk cId="2439365637" sldId="277"/>
            <ac:spMk id="13" creationId="{61F68271-CD90-E1D5-F6E4-4FEE2A9D7849}"/>
          </ac:spMkLst>
        </pc:spChg>
        <pc:spChg chg="add mod">
          <ac:chgData name="조민주" userId="275d7e43-ea77-4ff6-9f77-0d62cec19855" providerId="ADAL" clId="{666FFA83-C508-48FA-910B-2EA3503FB103}" dt="2026-07-22T18:16:51.017" v="2624" actId="1076"/>
          <ac:spMkLst>
            <pc:docMk/>
            <pc:sldMk cId="2439365637" sldId="277"/>
            <ac:spMk id="20" creationId="{511F4F1F-249E-C86E-F109-2CEF6F4D41A2}"/>
          </ac:spMkLst>
        </pc:spChg>
        <pc:spChg chg="add mod ord">
          <ac:chgData name="조민주" userId="275d7e43-ea77-4ff6-9f77-0d62cec19855" providerId="ADAL" clId="{666FFA83-C508-48FA-910B-2EA3503FB103}" dt="2026-07-22T18:21:13.557" v="2786" actId="1035"/>
          <ac:spMkLst>
            <pc:docMk/>
            <pc:sldMk cId="2439365637" sldId="277"/>
            <ac:spMk id="21" creationId="{16B7CE29-D09E-178C-7667-6D9A453D3788}"/>
          </ac:spMkLst>
        </pc:spChg>
        <pc:grpChg chg="add mod">
          <ac:chgData name="조민주" userId="275d7e43-ea77-4ff6-9f77-0d62cec19855" providerId="ADAL" clId="{666FFA83-C508-48FA-910B-2EA3503FB103}" dt="2026-07-22T18:16:49.112" v="2623" actId="1076"/>
          <ac:grpSpMkLst>
            <pc:docMk/>
            <pc:sldMk cId="2439365637" sldId="277"/>
            <ac:grpSpMk id="19" creationId="{830F780A-C875-6627-E881-591924E715E9}"/>
          </ac:grpSpMkLst>
        </pc:grpChg>
        <pc:picChg chg="add mod modCrop">
          <ac:chgData name="조민주" userId="275d7e43-ea77-4ff6-9f77-0d62cec19855" providerId="ADAL" clId="{666FFA83-C508-48FA-910B-2EA3503FB103}" dt="2026-07-22T18:20:00.665" v="2672" actId="14100"/>
          <ac:picMkLst>
            <pc:docMk/>
            <pc:sldMk cId="2439365637" sldId="277"/>
            <ac:picMk id="14" creationId="{BC97A248-A4A0-0271-8832-3AE8DCDC9BCB}"/>
          </ac:picMkLst>
        </pc:picChg>
        <pc:picChg chg="add mod">
          <ac:chgData name="조민주" userId="275d7e43-ea77-4ff6-9f77-0d62cec19855" providerId="ADAL" clId="{666FFA83-C508-48FA-910B-2EA3503FB103}" dt="2026-07-22T18:12:34.903" v="2458" actId="164"/>
          <ac:picMkLst>
            <pc:docMk/>
            <pc:sldMk cId="2439365637" sldId="277"/>
            <ac:picMk id="15" creationId="{C2D451AC-F61C-81C3-7332-3EA7C0B48B88}"/>
          </ac:picMkLst>
        </pc:picChg>
        <pc:picChg chg="add mod">
          <ac:chgData name="조민주" userId="275d7e43-ea77-4ff6-9f77-0d62cec19855" providerId="ADAL" clId="{666FFA83-C508-48FA-910B-2EA3503FB103}" dt="2026-07-22T18:12:34.903" v="2458" actId="164"/>
          <ac:picMkLst>
            <pc:docMk/>
            <pc:sldMk cId="2439365637" sldId="277"/>
            <ac:picMk id="16" creationId="{FA8D91CC-5226-0310-B80D-F825D54B4372}"/>
          </ac:picMkLst>
        </pc:picChg>
        <pc:picChg chg="add mod">
          <ac:chgData name="조민주" userId="275d7e43-ea77-4ff6-9f77-0d62cec19855" providerId="ADAL" clId="{666FFA83-C508-48FA-910B-2EA3503FB103}" dt="2026-07-22T18:12:34.903" v="2458" actId="164"/>
          <ac:picMkLst>
            <pc:docMk/>
            <pc:sldMk cId="2439365637" sldId="277"/>
            <ac:picMk id="17" creationId="{5BCAA579-257F-AE78-B988-E00CA77E4B8F}"/>
          </ac:picMkLst>
        </pc:picChg>
        <pc:picChg chg="add del mod">
          <ac:chgData name="조민주" userId="275d7e43-ea77-4ff6-9f77-0d62cec19855" providerId="ADAL" clId="{666FFA83-C508-48FA-910B-2EA3503FB103}" dt="2026-07-22T18:12:18.599" v="2454" actId="478"/>
          <ac:picMkLst>
            <pc:docMk/>
            <pc:sldMk cId="2439365637" sldId="277"/>
            <ac:picMk id="18" creationId="{9211AE90-D6E8-1D31-D9A4-CE8FC2E25460}"/>
          </ac:picMkLst>
        </pc:picChg>
        <pc:picChg chg="add del mod ord">
          <ac:chgData name="조민주" userId="275d7e43-ea77-4ff6-9f77-0d62cec19855" providerId="ADAL" clId="{666FFA83-C508-48FA-910B-2EA3503FB103}" dt="2026-07-22T18:17:56.126" v="2640" actId="478"/>
          <ac:picMkLst>
            <pc:docMk/>
            <pc:sldMk cId="2439365637" sldId="277"/>
            <ac:picMk id="22" creationId="{316B8B73-3122-ABE4-CCE4-1BC1478C6EB7}"/>
          </ac:picMkLst>
        </pc:picChg>
        <pc:picChg chg="add mod modCrop">
          <ac:chgData name="조민주" userId="275d7e43-ea77-4ff6-9f77-0d62cec19855" providerId="ADAL" clId="{666FFA83-C508-48FA-910B-2EA3503FB103}" dt="2026-07-22T18:21:13.557" v="2786" actId="1035"/>
          <ac:picMkLst>
            <pc:docMk/>
            <pc:sldMk cId="2439365637" sldId="277"/>
            <ac:picMk id="24" creationId="{CAA92284-ABC6-6DE2-E212-C943B8D006A7}"/>
          </ac:picMkLst>
        </pc:picChg>
        <pc:cxnChg chg="add del">
          <ac:chgData name="조민주" userId="275d7e43-ea77-4ff6-9f77-0d62cec19855" providerId="ADAL" clId="{666FFA83-C508-48FA-910B-2EA3503FB103}" dt="2026-07-22T18:03:08.936" v="2208" actId="478"/>
          <ac:cxnSpMkLst>
            <pc:docMk/>
            <pc:sldMk cId="2439365637" sldId="277"/>
            <ac:cxnSpMk id="6" creationId="{5605F385-EC6E-E6B7-6098-82346E8E2C9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7298D-A67A-D135-E7A2-AF7B72B68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826E21-2CEB-1C3F-D3A3-DF9A8E21F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A4103-2B16-18E1-1A2B-8BE956E9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D62975-4EE1-14D4-D156-D96E9899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2DA87-5350-BBE8-C344-FC5BE7B2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7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54069-C21E-A56F-A587-B953BFB8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C14C7-D197-630D-FDE9-9EA48FA07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3A4D7-5D6E-B055-7E43-BFAB4901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969B6-B411-3E03-2AB7-BA967D5C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F2F54-4FBB-26DB-8404-7F63EFCF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94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A62CE-463A-2D38-B2CF-64B4E483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CDF094-A06F-8224-8E06-C723057D4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C64D1-9F31-A2B3-E8E2-3DB62790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FB588-8010-B57B-F305-9DDEBC49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7350A-8E15-410E-CB43-592A5C9B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6016C-2F3D-3B67-74E5-01E612CF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97BDC8-1C45-359F-1C12-C9D5B0E50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A5D60A-75FC-C6F0-AAC9-4097BD1D7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EA0096-5B9C-C22B-1C36-71CE3CF7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B3C881-69E3-B932-E1F1-DCEF01D3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6B7F6F-C011-376E-72FC-1018D715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5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F5412-3AE2-7291-A458-DE91F737F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9AE85-906B-F644-6EE1-3BBE46B9D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6DD5AD-EF8F-23D0-ABC0-7A940333D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C490CF-A3DA-E7A7-4031-903A743C7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72E90B-28B5-74E6-1695-7AEA26D01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8B94C8-B475-7EB6-8BA5-09790AEC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5AC312-E1A0-D9B3-797D-A2E61503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AF3660-7FD3-0BC0-1951-CFAF9A9C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44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EDA33-8B96-7A81-3A4C-B4F6CFF5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F8C579-B8D6-8185-44CB-66A239C8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7F471B-8CB4-4149-7738-E4D6C66A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47B594-885D-C8BB-1485-48175128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9272DC-1478-B9FF-F7D2-226CA86E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8B4642-3144-0A18-A5A8-288DAC88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EF339-93AA-405A-20B1-B746437E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92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25FA4-2BFF-FD40-F03E-D0F432EB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676BB-EC4C-F4C2-5707-8659C9E39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E08D15-E651-0623-C3C8-1811F299C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3EAE92-8C35-1E59-824C-72084C55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A78DB1-0D78-D65C-A003-C35F3C2C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A995C7-D320-BBDD-FDA1-C1898F6D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05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06BF9-C59F-1386-E303-373CCBDB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2C6AC0-4A6F-39AF-9ABB-6FEB7877B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EDEC6A-0E02-4BFD-B3F1-615CCA50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5556B2-515A-CEE8-41DD-0DFFB431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BBC3D-5455-AC68-996D-84CB2A01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1C316-BE4F-5F53-357A-958D78EC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29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B689F-63EB-4BE9-128C-9ED6CFEB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2B7FE2-870B-0B0C-D19C-72FA263B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C22DD-5508-4A61-D088-46CA9A94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CBB44-915E-85A5-1769-0EF11956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52A4A-2AC5-55F7-2D6B-B30853E6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94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2DAC4A-0F32-7A96-C643-A7183301E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8F1992-F3EE-FC7E-A5F6-AC869F1C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FD547-E05A-AEB2-1323-38E0A8EF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75B93-415A-B6CD-55C3-36BA58CA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D5BA64-A9EB-5828-45E1-40136DC7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41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BA467E-3272-8403-31CB-71E0A649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4A7BC6-8BFA-61FE-6A47-561DB7981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1F794-80AC-A139-49A1-6ADA5D989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C7975-346C-489B-8A22-3CAB40D5F9F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E4FF3A-7174-2894-43CF-48EB85C09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59C71D-0850-0ABF-904E-76CF9562A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63DA1-54F0-4C47-A1EC-980EEFD50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47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99765-07D3-3129-4FCD-9B2B60287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457859"/>
            <a:ext cx="9753600" cy="2387600"/>
          </a:xfrm>
        </p:spPr>
        <p:txBody>
          <a:bodyPr/>
          <a:lstStyle/>
          <a:p>
            <a:r>
              <a:rPr lang="en-US" altLang="ko-KR" b="1" dirty="0"/>
              <a:t>AFM python </a:t>
            </a:r>
            <a:r>
              <a:rPr lang="ko-KR" altLang="en-US" b="1" dirty="0"/>
              <a:t>코드 구현</a:t>
            </a:r>
            <a:r>
              <a:rPr lang="en-US" altLang="ko-KR" b="1" dirty="0"/>
              <a:t>_v2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2012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9706FBD-AB69-B21E-EED9-72CAE6F9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703" t="40833" r="2562" b="17610"/>
          <a:stretch/>
        </p:blipFill>
        <p:spPr>
          <a:xfrm>
            <a:off x="1223625" y="2250489"/>
            <a:ext cx="1748078" cy="1841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29ED01-6D4D-5744-38A6-D13837E9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81" t="37278" r="28313" b="23079"/>
          <a:stretch/>
        </p:blipFill>
        <p:spPr>
          <a:xfrm>
            <a:off x="120840" y="74219"/>
            <a:ext cx="3443769" cy="40177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64CCD-71D7-32A2-68EE-62944F340E7F}"/>
              </a:ext>
            </a:extLst>
          </p:cNvPr>
          <p:cNvSpPr txBox="1"/>
          <p:nvPr/>
        </p:nvSpPr>
        <p:spPr>
          <a:xfrm>
            <a:off x="0" y="4091989"/>
            <a:ext cx="3564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 err="1"/>
              <a:t>ACSAppl.Mater</a:t>
            </a:r>
            <a:r>
              <a:rPr lang="en-US" altLang="ko-KR" sz="1200" b="1" dirty="0"/>
              <a:t>. Interfaces2026,18,22089−22101</a:t>
            </a:r>
            <a:endParaRPr lang="en-US" altLang="ko-KR" sz="1200" b="1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7F591F-6DF6-28FB-B330-9D15A26E1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802" y="3654642"/>
            <a:ext cx="2811114" cy="27936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53E1E24-89DC-C2B6-1F52-B94A0079F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748" y="466577"/>
            <a:ext cx="2811114" cy="2793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E6EB43-CE40-F7FB-D9F0-A1AFC3954A22}"/>
              </a:ext>
            </a:extLst>
          </p:cNvPr>
          <p:cNvSpPr txBox="1"/>
          <p:nvPr/>
        </p:nvSpPr>
        <p:spPr>
          <a:xfrm>
            <a:off x="4305146" y="240935"/>
            <a:ext cx="1844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Si-Sio2 phase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57BB-4863-934D-E3C9-6CBB83317E83}"/>
              </a:ext>
            </a:extLst>
          </p:cNvPr>
          <p:cNvSpPr txBox="1"/>
          <p:nvPr/>
        </p:nvSpPr>
        <p:spPr>
          <a:xfrm>
            <a:off x="3804802" y="3429000"/>
            <a:ext cx="2587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Arial" panose="020B0604020202020204" pitchFamily="34" charset="0"/>
              </a:rPr>
              <a:t>InOx_0.11M_350’C</a:t>
            </a:r>
            <a:r>
              <a: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phase image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B61D4-C58A-3FAF-AA1E-62D2C953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836" y="240935"/>
            <a:ext cx="1586590" cy="4800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A6E92F-9C71-C30E-C5FC-D8C4C17951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342" b="-1"/>
          <a:stretch/>
        </p:blipFill>
        <p:spPr>
          <a:xfrm>
            <a:off x="6781796" y="5099710"/>
            <a:ext cx="2634480" cy="17404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7562DDE-96A2-6E3F-0633-CD8CB27CDF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46" t="5639"/>
          <a:stretch/>
        </p:blipFill>
        <p:spPr>
          <a:xfrm>
            <a:off x="9786907" y="5181387"/>
            <a:ext cx="2275833" cy="1641869"/>
          </a:xfrm>
          <a:prstGeom prst="rect">
            <a:avLst/>
          </a:prstGeom>
        </p:spPr>
      </p:pic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EEB2E68E-DEB8-B99E-892F-DE3938E350B2}"/>
              </a:ext>
            </a:extLst>
          </p:cNvPr>
          <p:cNvSpPr/>
          <p:nvPr/>
        </p:nvSpPr>
        <p:spPr>
          <a:xfrm>
            <a:off x="8435480" y="866219"/>
            <a:ext cx="471293" cy="417531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731E305-4A05-AE76-5BD8-6DED580C5523}"/>
              </a:ext>
            </a:extLst>
          </p:cNvPr>
          <p:cNvGrpSpPr/>
          <p:nvPr/>
        </p:nvGrpSpPr>
        <p:grpSpPr>
          <a:xfrm>
            <a:off x="10416990" y="241148"/>
            <a:ext cx="1645750" cy="4810340"/>
            <a:chOff x="9096213" y="-2737491"/>
            <a:chExt cx="1645750" cy="481034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773165C-6C6F-DFD4-D071-A444A90C2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96213" y="-2737491"/>
              <a:ext cx="1645750" cy="4800600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1D7F7B-A3F0-4EFE-C702-BB6F8FB5A57C}"/>
                </a:ext>
              </a:extLst>
            </p:cNvPr>
            <p:cNvSpPr/>
            <p:nvPr/>
          </p:nvSpPr>
          <p:spPr>
            <a:xfrm>
              <a:off x="10050121" y="-1908601"/>
              <a:ext cx="682946" cy="3981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6152B5D-825B-D0F3-B437-F66FA233FE3C}"/>
              </a:ext>
            </a:extLst>
          </p:cNvPr>
          <p:cNvSpPr txBox="1"/>
          <p:nvPr/>
        </p:nvSpPr>
        <p:spPr>
          <a:xfrm>
            <a:off x="8906773" y="2723044"/>
            <a:ext cx="334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highlight>
                  <a:srgbClr val="FFFF00"/>
                </a:highlight>
              </a:rPr>
              <a:t>모든 데이터의 평균을 구한 후</a:t>
            </a:r>
            <a:endParaRPr lang="en-US" altLang="ko-KR" sz="800" b="1" dirty="0">
              <a:highlight>
                <a:srgbClr val="FFFF00"/>
              </a:highlight>
            </a:endParaRPr>
          </a:p>
          <a:p>
            <a:r>
              <a:rPr lang="ko-KR" altLang="en-US" sz="800" b="1" dirty="0">
                <a:highlight>
                  <a:srgbClr val="FFFF00"/>
                </a:highlight>
              </a:rPr>
              <a:t> 데이터 값에서 뺌</a:t>
            </a:r>
            <a:endParaRPr lang="en-US" altLang="ko-KR" sz="800" b="1" dirty="0">
              <a:highlight>
                <a:srgbClr val="FFFF00"/>
              </a:highlight>
            </a:endParaRPr>
          </a:p>
          <a:p>
            <a:r>
              <a:rPr lang="ko-KR" altLang="en-US" sz="800" dirty="0">
                <a:highlight>
                  <a:srgbClr val="FFFF00"/>
                </a:highlight>
              </a:rPr>
              <a:t>스캐너나 시료 장착 때문에 생긴 기울기</a:t>
            </a:r>
            <a:r>
              <a:rPr lang="en-US" altLang="ko-KR" sz="800" dirty="0">
                <a:highlight>
                  <a:srgbClr val="FFFF00"/>
                </a:highlight>
              </a:rPr>
              <a:t>,tip</a:t>
            </a:r>
            <a:r>
              <a:rPr lang="ko-KR" altLang="en-US" sz="800" dirty="0">
                <a:highlight>
                  <a:srgbClr val="FFFF00"/>
                </a:highlight>
              </a:rPr>
              <a:t> </a:t>
            </a:r>
            <a:r>
              <a:rPr lang="en-US" altLang="ko-KR" sz="800" dirty="0">
                <a:highlight>
                  <a:srgbClr val="FFFF00"/>
                </a:highlight>
              </a:rPr>
              <a:t>Bow</a:t>
            </a:r>
            <a:r>
              <a:rPr lang="ko-KR" altLang="en-US" sz="800" dirty="0">
                <a:highlight>
                  <a:srgbClr val="FFFF00"/>
                </a:highlight>
              </a:rPr>
              <a:t>으로 인한 </a:t>
            </a:r>
            <a:r>
              <a:rPr lang="en-US" altLang="ko-KR" sz="800" dirty="0">
                <a:highlight>
                  <a:srgbClr val="FFFF00"/>
                </a:highlight>
              </a:rPr>
              <a:t>Noise</a:t>
            </a:r>
            <a:r>
              <a:rPr lang="ko-KR" altLang="en-US" sz="800" dirty="0">
                <a:highlight>
                  <a:srgbClr val="FFFF00"/>
                </a:highlight>
              </a:rPr>
              <a:t>제거</a:t>
            </a:r>
            <a:endParaRPr lang="ko-KR" altLang="en-US" sz="8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A8837E-3D61-26B5-305D-CB607EFB90A5}"/>
              </a:ext>
            </a:extLst>
          </p:cNvPr>
          <p:cNvSpPr txBox="1"/>
          <p:nvPr/>
        </p:nvSpPr>
        <p:spPr>
          <a:xfrm>
            <a:off x="216773" y="5255406"/>
            <a:ext cx="6695671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 문제점 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XEI </a:t>
            </a:r>
            <a:r>
              <a:rPr lang="ko-KR" altLang="en-US" sz="1500" dirty="0"/>
              <a:t>프로그램 상에서 각 데이터를 </a:t>
            </a:r>
            <a:r>
              <a:rPr lang="ko-KR" altLang="en-US" sz="1500" dirty="0" err="1"/>
              <a:t>평탄화하는</a:t>
            </a:r>
            <a:r>
              <a:rPr lang="ko-KR" altLang="en-US" sz="1500" dirty="0"/>
              <a:t> 기준이 각 데이터의 평균값을 기준으로 하기 때문에 동일한 기준을 적용한 텍스트 값을 적용하기 어려움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6760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33E270-C561-40C9-55A1-3548E5C67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2" y="421570"/>
            <a:ext cx="4364580" cy="43645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0F06BDB0-DC8A-5C8C-222C-925B88A62FBE}"/>
              </a:ext>
            </a:extLst>
          </p:cNvPr>
          <p:cNvGrpSpPr/>
          <p:nvPr/>
        </p:nvGrpSpPr>
        <p:grpSpPr>
          <a:xfrm>
            <a:off x="105563" y="421570"/>
            <a:ext cx="5787237" cy="4614284"/>
            <a:chOff x="105563" y="421570"/>
            <a:chExt cx="6600037" cy="495983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534B76B-C1C5-B253-5356-D2C62DDEF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604" y="421570"/>
              <a:ext cx="6447996" cy="30074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0FF9CE-7F2E-59A8-2216-7C637753B3D8}"/>
                </a:ext>
              </a:extLst>
            </p:cNvPr>
            <p:cNvSpPr txBox="1"/>
            <p:nvPr/>
          </p:nvSpPr>
          <p:spPr>
            <a:xfrm>
              <a:off x="2259111" y="4885168"/>
              <a:ext cx="4186055" cy="496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r" fontAlgn="base" latinLnBrk="1">
                <a:spcBef>
                  <a:spcPts val="0"/>
                </a:spcBef>
                <a:spcAft>
                  <a:spcPts val="0"/>
                </a:spcAft>
              </a:pPr>
              <a:r>
                <a:rPr lang="es-ES" altLang="ko-KR" sz="1200" b="1" dirty="0"/>
                <a:t>J. Korean Ceram. Soc. 2026. https://doi.org/10.1007/s43207-026-00645-y</a:t>
              </a:r>
              <a:endPara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8A30161-741E-9EA1-D90A-37BC3AA510F4}"/>
                </a:ext>
              </a:extLst>
            </p:cNvPr>
            <p:cNvSpPr/>
            <p:nvPr/>
          </p:nvSpPr>
          <p:spPr>
            <a:xfrm>
              <a:off x="2927927" y="421571"/>
              <a:ext cx="3685308" cy="26266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33624DD-A86C-FA1B-46D2-6D727960D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563" y="3524562"/>
              <a:ext cx="2961412" cy="77120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E375EE0-1E37-B60C-BC6C-8F8349F31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6975" y="3859086"/>
              <a:ext cx="3490842" cy="922451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8703053-5260-2BE3-FFAF-8708F82587FE}"/>
              </a:ext>
            </a:extLst>
          </p:cNvPr>
          <p:cNvSpPr txBox="1"/>
          <p:nvPr/>
        </p:nvSpPr>
        <p:spPr>
          <a:xfrm>
            <a:off x="6439920" y="521845"/>
            <a:ext cx="28857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chemeClr val="bg1"/>
                </a:solidFill>
              </a:rPr>
              <a:t>측정범위 </a:t>
            </a:r>
            <a:r>
              <a:rPr lang="en-US" altLang="ko-KR" sz="1500" dirty="0">
                <a:solidFill>
                  <a:schemeClr val="bg1"/>
                </a:solidFill>
              </a:rPr>
              <a:t>: 3 µm × 3 µm</a:t>
            </a:r>
          </a:p>
          <a:p>
            <a:r>
              <a:rPr lang="ko-KR" altLang="en-US" sz="1500" dirty="0">
                <a:solidFill>
                  <a:schemeClr val="bg1"/>
                </a:solidFill>
              </a:rPr>
              <a:t>해상도 </a:t>
            </a:r>
            <a:r>
              <a:rPr lang="en-US" altLang="ko-KR" sz="1500" dirty="0">
                <a:solidFill>
                  <a:schemeClr val="bg1"/>
                </a:solidFill>
              </a:rPr>
              <a:t>: 512 × 512 pixels</a:t>
            </a:r>
          </a:p>
          <a:p>
            <a:endParaRPr lang="en-US" altLang="ko-KR" sz="1500" dirty="0">
              <a:solidFill>
                <a:schemeClr val="bg1"/>
              </a:solidFill>
            </a:endParaRPr>
          </a:p>
          <a:p>
            <a:r>
              <a:rPr lang="en-US" altLang="ko-KR" sz="1500" dirty="0">
                <a:solidFill>
                  <a:schemeClr val="bg1"/>
                </a:solidFill>
              </a:rPr>
              <a:t>   3000nm/512</a:t>
            </a:r>
            <a:r>
              <a:rPr lang="ko-KR" altLang="en-US" sz="1500" dirty="0">
                <a:solidFill>
                  <a:schemeClr val="bg1"/>
                </a:solidFill>
              </a:rPr>
              <a:t> </a:t>
            </a:r>
            <a:r>
              <a:rPr lang="en-US" altLang="ko-KR" sz="1500" dirty="0">
                <a:solidFill>
                  <a:schemeClr val="bg1"/>
                </a:solidFill>
              </a:rPr>
              <a:t>≈5.86 nm/pixel</a:t>
            </a:r>
            <a:endParaRPr lang="ko-KR" altLang="en-US" sz="1500" dirty="0">
              <a:solidFill>
                <a:schemeClr val="bg1"/>
              </a:solidFill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B502EDAC-1B5A-7531-57DE-F7B26F15DC66}"/>
              </a:ext>
            </a:extLst>
          </p:cNvPr>
          <p:cNvSpPr/>
          <p:nvPr/>
        </p:nvSpPr>
        <p:spPr>
          <a:xfrm>
            <a:off x="6403625" y="1288876"/>
            <a:ext cx="277729" cy="138546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746A4-C334-7C05-14A3-3034CDBC863D}"/>
              </a:ext>
            </a:extLst>
          </p:cNvPr>
          <p:cNvSpPr txBox="1"/>
          <p:nvPr/>
        </p:nvSpPr>
        <p:spPr>
          <a:xfrm>
            <a:off x="5922046" y="5053598"/>
            <a:ext cx="6096000" cy="103105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 문제점 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grain</a:t>
            </a:r>
            <a:r>
              <a:rPr lang="ko-KR" altLang="en-US" sz="1500" dirty="0"/>
              <a:t>의 평균 직경을 </a:t>
            </a:r>
            <a:r>
              <a:rPr lang="en-US" altLang="ko-KR" sz="1500" dirty="0"/>
              <a:t>20 nm</a:t>
            </a:r>
            <a:r>
              <a:rPr lang="ko-KR" altLang="en-US" sz="1500" dirty="0"/>
              <a:t>로 가정하면 약 </a:t>
            </a:r>
            <a:r>
              <a:rPr lang="en-US" altLang="ko-KR" sz="1500" dirty="0"/>
              <a:t>3~4</a:t>
            </a:r>
            <a:r>
              <a:rPr lang="ko-KR" altLang="en-US" sz="1500" dirty="0"/>
              <a:t>픽셀 </a:t>
            </a:r>
            <a:endParaRPr lang="en-US" altLang="ko-KR" sz="1500" dirty="0"/>
          </a:p>
          <a:p>
            <a:r>
              <a:rPr lang="ko-KR" altLang="en-US" sz="1500" dirty="0"/>
              <a:t> 결국에 실제</a:t>
            </a:r>
            <a:r>
              <a:rPr lang="en-US" altLang="ko-KR" sz="1500" dirty="0"/>
              <a:t>grain</a:t>
            </a:r>
            <a:r>
              <a:rPr lang="ko-KR" altLang="en-US" sz="1500" dirty="0"/>
              <a:t>과 픽셀 단위 노이즈를 명확하게 구분하기 어렵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F7AE6-2272-B333-0E77-B46C6009DF36}"/>
              </a:ext>
            </a:extLst>
          </p:cNvPr>
          <p:cNvSpPr txBox="1"/>
          <p:nvPr/>
        </p:nvSpPr>
        <p:spPr>
          <a:xfrm>
            <a:off x="6852804" y="89732"/>
            <a:ext cx="2702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Arial" panose="020B0604020202020204" pitchFamily="34" charset="0"/>
              </a:rPr>
              <a:t>InOx_0.11M_350’C</a:t>
            </a:r>
            <a:r>
              <a: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phase image</a:t>
            </a:r>
          </a:p>
        </p:txBody>
      </p:sp>
    </p:spTree>
    <p:extLst>
      <p:ext uri="{BB962C8B-B14F-4D97-AF65-F5344CB8AC3E}">
        <p14:creationId xmlns:p14="http://schemas.microsoft.com/office/powerpoint/2010/main" val="151535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2F5B38-4896-DB0E-1769-81AD7DB26F0A}"/>
              </a:ext>
            </a:extLst>
          </p:cNvPr>
          <p:cNvSpPr txBox="1"/>
          <p:nvPr/>
        </p:nvSpPr>
        <p:spPr>
          <a:xfrm>
            <a:off x="4403766" y="2507286"/>
            <a:ext cx="474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Deg </a:t>
            </a:r>
            <a:r>
              <a:rPr lang="ko-KR" altLang="en-US" b="1" dirty="0"/>
              <a:t>변화에 따른 </a:t>
            </a:r>
            <a:r>
              <a:rPr lang="en-US" altLang="ko-KR" b="1" dirty="0"/>
              <a:t>grain boundary</a:t>
            </a:r>
            <a:r>
              <a:rPr lang="ko-KR" altLang="en-US" b="1" dirty="0"/>
              <a:t>추출 방법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6A26A-526D-AFA6-8CDF-3728E9F3AA7C}"/>
              </a:ext>
            </a:extLst>
          </p:cNvPr>
          <p:cNvSpPr txBox="1"/>
          <p:nvPr/>
        </p:nvSpPr>
        <p:spPr>
          <a:xfrm>
            <a:off x="-61472" y="95575"/>
            <a:ext cx="2327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Arial" panose="020B0604020202020204" pitchFamily="34" charset="0"/>
              </a:rPr>
              <a:t>InOx_0.11M_350’C</a:t>
            </a:r>
            <a:r>
              <a: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phase</a:t>
            </a:r>
            <a:r>
              <a:rPr lang="ko-KR" altLang="en-US" sz="1200" b="1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ko-KR" sz="1200" b="1" dirty="0">
                <a:solidFill>
                  <a:srgbClr val="222222"/>
                </a:solidFill>
                <a:latin typeface="Arial" panose="020B0604020202020204" pitchFamily="34" charset="0"/>
              </a:rPr>
              <a:t>text</a:t>
            </a:r>
            <a:endParaRPr lang="en-US" altLang="ko-KR" sz="1200" b="1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74B5B4-FD38-37F9-2D94-2B3CE8550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13" y="353090"/>
            <a:ext cx="1784498" cy="61518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0B22BF-45B3-FDF2-1308-8ECA9CDE9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42" y="353089"/>
            <a:ext cx="1825485" cy="61518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42BC54-EEFC-32DE-ADE2-3746621F9BE3}"/>
              </a:ext>
            </a:extLst>
          </p:cNvPr>
          <p:cNvSpPr txBox="1"/>
          <p:nvPr/>
        </p:nvSpPr>
        <p:spPr>
          <a:xfrm>
            <a:off x="2458224" y="92477"/>
            <a:ext cx="1539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Si-Sio2 phase </a:t>
            </a:r>
            <a:r>
              <a:rPr lang="en-US" altLang="ko-KR" sz="1200" b="1" dirty="0">
                <a:solidFill>
                  <a:srgbClr val="222222"/>
                </a:solidFill>
                <a:latin typeface="Arial" panose="020B0604020202020204" pitchFamily="34" charset="0"/>
              </a:rPr>
              <a:t>text</a:t>
            </a:r>
            <a:endParaRPr lang="en-US" altLang="ko-KR" sz="1200" b="1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5B063-6D80-C16E-E6E7-82A6DAF6864C}"/>
              </a:ext>
            </a:extLst>
          </p:cNvPr>
          <p:cNvSpPr txBox="1"/>
          <p:nvPr/>
        </p:nvSpPr>
        <p:spPr>
          <a:xfrm>
            <a:off x="4262620" y="44439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Deg </a:t>
            </a:r>
            <a:r>
              <a:rPr lang="en-US" altLang="ko-KR" b="1" i="0" dirty="0">
                <a:solidFill>
                  <a:srgbClr val="121212"/>
                </a:solidFill>
                <a:effectLst/>
                <a:latin typeface="Anthropic Sans"/>
              </a:rPr>
              <a:t>−2∘≤ Phase ≤2∘ </a:t>
            </a:r>
            <a:r>
              <a:rPr lang="ko-KR" altLang="en-US" b="1" i="0" dirty="0">
                <a:solidFill>
                  <a:srgbClr val="121212"/>
                </a:solidFill>
                <a:effectLst/>
                <a:latin typeface="Anthropic Sans"/>
              </a:rPr>
              <a:t>기준</a:t>
            </a:r>
            <a:endParaRPr lang="en-US" altLang="ko-KR" b="1" i="0" dirty="0">
              <a:solidFill>
                <a:srgbClr val="121212"/>
              </a:solidFill>
              <a:effectLst/>
              <a:latin typeface="Anthropic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3AE92-5B9F-A6B1-A122-E6A3FF939614}"/>
              </a:ext>
            </a:extLst>
          </p:cNvPr>
          <p:cNvSpPr txBox="1"/>
          <p:nvPr/>
        </p:nvSpPr>
        <p:spPr>
          <a:xfrm>
            <a:off x="4475074" y="5606216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코드상 노이즈 제거 방법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68450D2-691D-D533-4E5B-F7477AF4770C}"/>
              </a:ext>
            </a:extLst>
          </p:cNvPr>
          <p:cNvGrpSpPr/>
          <p:nvPr/>
        </p:nvGrpSpPr>
        <p:grpSpPr>
          <a:xfrm>
            <a:off x="4300720" y="2923630"/>
            <a:ext cx="6336602" cy="2413400"/>
            <a:chOff x="4262620" y="2095568"/>
            <a:chExt cx="6336602" cy="241340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60C64A7-DFC7-E57C-AD2A-0FE93213FD97}"/>
                </a:ext>
              </a:extLst>
            </p:cNvPr>
            <p:cNvGrpSpPr/>
            <p:nvPr/>
          </p:nvGrpSpPr>
          <p:grpSpPr>
            <a:xfrm>
              <a:off x="4262620" y="2095568"/>
              <a:ext cx="6336602" cy="2413400"/>
              <a:chOff x="4573191" y="2088295"/>
              <a:chExt cx="6336602" cy="2413400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5945DF4-EBF4-DF13-F743-DF77F2686CDD}"/>
                  </a:ext>
                </a:extLst>
              </p:cNvPr>
              <p:cNvGrpSpPr/>
              <p:nvPr/>
            </p:nvGrpSpPr>
            <p:grpSpPr>
              <a:xfrm>
                <a:off x="4573191" y="2088295"/>
                <a:ext cx="6336602" cy="2413400"/>
                <a:chOff x="4592596" y="2088294"/>
                <a:chExt cx="6336602" cy="2413400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985071CF-7123-DBEA-42F2-05342D971DDB}"/>
                    </a:ext>
                  </a:extLst>
                </p:cNvPr>
                <p:cNvSpPr/>
                <p:nvPr/>
              </p:nvSpPr>
              <p:spPr>
                <a:xfrm>
                  <a:off x="4699545" y="2088294"/>
                  <a:ext cx="6229653" cy="240612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8DE210FC-FC86-B828-7655-DEB6AAEBD4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47366" y="2095568"/>
                  <a:ext cx="0" cy="24061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C05173E-9EAD-E6B4-8107-7BC77B20DC7D}"/>
                    </a:ext>
                  </a:extLst>
                </p:cNvPr>
                <p:cNvSpPr txBox="1"/>
                <p:nvPr/>
              </p:nvSpPr>
              <p:spPr>
                <a:xfrm flipV="1">
                  <a:off x="4592596" y="2966447"/>
                  <a:ext cx="461665" cy="84771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en-US" altLang="ko-KR" dirty="0"/>
                    <a:t>Degree</a:t>
                  </a:r>
                  <a:endParaRPr lang="ko-KR" altLang="en-US" dirty="0"/>
                </a:p>
              </p:txBody>
            </p: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9B27A69D-BF2A-8910-42E3-0D69CD654DB6}"/>
                  </a:ext>
                </a:extLst>
              </p:cNvPr>
              <p:cNvGrpSpPr/>
              <p:nvPr/>
            </p:nvGrpSpPr>
            <p:grpSpPr>
              <a:xfrm>
                <a:off x="5024862" y="2088295"/>
                <a:ext cx="5616442" cy="2324178"/>
                <a:chOff x="4671623" y="2122624"/>
                <a:chExt cx="5763496" cy="2380809"/>
              </a:xfrm>
            </p:grpSpPr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6C81982A-B3A6-5033-0FB5-ED947737559B}"/>
                    </a:ext>
                  </a:extLst>
                </p:cNvPr>
                <p:cNvSpPr/>
                <p:nvPr/>
              </p:nvSpPr>
              <p:spPr>
                <a:xfrm>
                  <a:off x="4708866" y="2491956"/>
                  <a:ext cx="5726253" cy="1636424"/>
                </a:xfrm>
                <a:custGeom>
                  <a:avLst/>
                  <a:gdLst>
                    <a:gd name="connsiteX0" fmla="*/ 0 w 6092982"/>
                    <a:gd name="connsiteY0" fmla="*/ 1466662 h 1548143"/>
                    <a:gd name="connsiteX1" fmla="*/ 99588 w 6092982"/>
                    <a:gd name="connsiteY1" fmla="*/ 1484769 h 1548143"/>
                    <a:gd name="connsiteX2" fmla="*/ 199176 w 6092982"/>
                    <a:gd name="connsiteY2" fmla="*/ 1502876 h 1548143"/>
                    <a:gd name="connsiteX3" fmla="*/ 316871 w 6092982"/>
                    <a:gd name="connsiteY3" fmla="*/ 1511929 h 1548143"/>
                    <a:gd name="connsiteX4" fmla="*/ 398352 w 6092982"/>
                    <a:gd name="connsiteY4" fmla="*/ 1520983 h 1548143"/>
                    <a:gd name="connsiteX5" fmla="*/ 434566 w 6092982"/>
                    <a:gd name="connsiteY5" fmla="*/ 1530036 h 1548143"/>
                    <a:gd name="connsiteX6" fmla="*/ 597528 w 6092982"/>
                    <a:gd name="connsiteY6" fmla="*/ 1548143 h 1548143"/>
                    <a:gd name="connsiteX7" fmla="*/ 1077362 w 6092982"/>
                    <a:gd name="connsiteY7" fmla="*/ 1539090 h 1548143"/>
                    <a:gd name="connsiteX8" fmla="*/ 1186004 w 6092982"/>
                    <a:gd name="connsiteY8" fmla="*/ 1520983 h 1548143"/>
                    <a:gd name="connsiteX9" fmla="*/ 1222217 w 6092982"/>
                    <a:gd name="connsiteY9" fmla="*/ 1502876 h 1548143"/>
                    <a:gd name="connsiteX10" fmla="*/ 1303699 w 6092982"/>
                    <a:gd name="connsiteY10" fmla="*/ 1484769 h 1548143"/>
                    <a:gd name="connsiteX11" fmla="*/ 1367073 w 6092982"/>
                    <a:gd name="connsiteY11" fmla="*/ 1457608 h 1548143"/>
                    <a:gd name="connsiteX12" fmla="*/ 1421394 w 6092982"/>
                    <a:gd name="connsiteY12" fmla="*/ 1448555 h 1548143"/>
                    <a:gd name="connsiteX13" fmla="*/ 1511928 w 6092982"/>
                    <a:gd name="connsiteY13" fmla="*/ 1421394 h 1548143"/>
                    <a:gd name="connsiteX14" fmla="*/ 1683944 w 6092982"/>
                    <a:gd name="connsiteY14" fmla="*/ 1439501 h 1548143"/>
                    <a:gd name="connsiteX15" fmla="*/ 1729211 w 6092982"/>
                    <a:gd name="connsiteY15" fmla="*/ 1466662 h 1548143"/>
                    <a:gd name="connsiteX16" fmla="*/ 1810693 w 6092982"/>
                    <a:gd name="connsiteY16" fmla="*/ 1484769 h 1548143"/>
                    <a:gd name="connsiteX17" fmla="*/ 1855960 w 6092982"/>
                    <a:gd name="connsiteY17" fmla="*/ 1502876 h 1548143"/>
                    <a:gd name="connsiteX18" fmla="*/ 2190938 w 6092982"/>
                    <a:gd name="connsiteY18" fmla="*/ 1475715 h 1548143"/>
                    <a:gd name="connsiteX19" fmla="*/ 2227152 w 6092982"/>
                    <a:gd name="connsiteY19" fmla="*/ 1448555 h 1548143"/>
                    <a:gd name="connsiteX20" fmla="*/ 2272419 w 6092982"/>
                    <a:gd name="connsiteY20" fmla="*/ 1421394 h 1548143"/>
                    <a:gd name="connsiteX21" fmla="*/ 2317687 w 6092982"/>
                    <a:gd name="connsiteY21" fmla="*/ 1385181 h 1548143"/>
                    <a:gd name="connsiteX22" fmla="*/ 2381061 w 6092982"/>
                    <a:gd name="connsiteY22" fmla="*/ 1348967 h 1548143"/>
                    <a:gd name="connsiteX23" fmla="*/ 2489703 w 6092982"/>
                    <a:gd name="connsiteY23" fmla="*/ 1276539 h 1548143"/>
                    <a:gd name="connsiteX24" fmla="*/ 2525916 w 6092982"/>
                    <a:gd name="connsiteY24" fmla="*/ 1258432 h 1548143"/>
                    <a:gd name="connsiteX25" fmla="*/ 2625505 w 6092982"/>
                    <a:gd name="connsiteY25" fmla="*/ 1186004 h 1548143"/>
                    <a:gd name="connsiteX26" fmla="*/ 2697932 w 6092982"/>
                    <a:gd name="connsiteY26" fmla="*/ 1149791 h 1548143"/>
                    <a:gd name="connsiteX27" fmla="*/ 2797520 w 6092982"/>
                    <a:gd name="connsiteY27" fmla="*/ 1077363 h 1548143"/>
                    <a:gd name="connsiteX28" fmla="*/ 2842788 w 6092982"/>
                    <a:gd name="connsiteY28" fmla="*/ 1050202 h 1548143"/>
                    <a:gd name="connsiteX29" fmla="*/ 2978590 w 6092982"/>
                    <a:gd name="connsiteY29" fmla="*/ 950614 h 1548143"/>
                    <a:gd name="connsiteX30" fmla="*/ 3051017 w 6092982"/>
                    <a:gd name="connsiteY30" fmla="*/ 878187 h 1548143"/>
                    <a:gd name="connsiteX31" fmla="*/ 3096285 w 6092982"/>
                    <a:gd name="connsiteY31" fmla="*/ 814812 h 1548143"/>
                    <a:gd name="connsiteX32" fmla="*/ 3141552 w 6092982"/>
                    <a:gd name="connsiteY32" fmla="*/ 787652 h 1548143"/>
                    <a:gd name="connsiteX33" fmla="*/ 3195873 w 6092982"/>
                    <a:gd name="connsiteY33" fmla="*/ 733331 h 1548143"/>
                    <a:gd name="connsiteX34" fmla="*/ 3232087 w 6092982"/>
                    <a:gd name="connsiteY34" fmla="*/ 706171 h 1548143"/>
                    <a:gd name="connsiteX35" fmla="*/ 3286408 w 6092982"/>
                    <a:gd name="connsiteY35" fmla="*/ 660903 h 1548143"/>
                    <a:gd name="connsiteX36" fmla="*/ 3349782 w 6092982"/>
                    <a:gd name="connsiteY36" fmla="*/ 615636 h 1548143"/>
                    <a:gd name="connsiteX37" fmla="*/ 3467477 w 6092982"/>
                    <a:gd name="connsiteY37" fmla="*/ 516048 h 1548143"/>
                    <a:gd name="connsiteX38" fmla="*/ 3567065 w 6092982"/>
                    <a:gd name="connsiteY38" fmla="*/ 398353 h 1548143"/>
                    <a:gd name="connsiteX39" fmla="*/ 3612332 w 6092982"/>
                    <a:gd name="connsiteY39" fmla="*/ 334979 h 1548143"/>
                    <a:gd name="connsiteX40" fmla="*/ 3675707 w 6092982"/>
                    <a:gd name="connsiteY40" fmla="*/ 271604 h 1548143"/>
                    <a:gd name="connsiteX41" fmla="*/ 3739081 w 6092982"/>
                    <a:gd name="connsiteY41" fmla="*/ 190123 h 1548143"/>
                    <a:gd name="connsiteX42" fmla="*/ 3775295 w 6092982"/>
                    <a:gd name="connsiteY42" fmla="*/ 153909 h 1548143"/>
                    <a:gd name="connsiteX43" fmla="*/ 3802455 w 6092982"/>
                    <a:gd name="connsiteY43" fmla="*/ 117695 h 1548143"/>
                    <a:gd name="connsiteX44" fmla="*/ 3829615 w 6092982"/>
                    <a:gd name="connsiteY44" fmla="*/ 99589 h 1548143"/>
                    <a:gd name="connsiteX45" fmla="*/ 4409037 w 6092982"/>
                    <a:gd name="connsiteY45" fmla="*/ 90535 h 1548143"/>
                    <a:gd name="connsiteX46" fmla="*/ 4553893 w 6092982"/>
                    <a:gd name="connsiteY46" fmla="*/ 45268 h 1548143"/>
                    <a:gd name="connsiteX47" fmla="*/ 4599160 w 6092982"/>
                    <a:gd name="connsiteY47" fmla="*/ 27161 h 1548143"/>
                    <a:gd name="connsiteX48" fmla="*/ 4644427 w 6092982"/>
                    <a:gd name="connsiteY48" fmla="*/ 9054 h 1548143"/>
                    <a:gd name="connsiteX49" fmla="*/ 4707802 w 6092982"/>
                    <a:gd name="connsiteY49" fmla="*/ 0 h 1548143"/>
                    <a:gd name="connsiteX50" fmla="*/ 5115208 w 6092982"/>
                    <a:gd name="connsiteY50" fmla="*/ 18107 h 1548143"/>
                    <a:gd name="connsiteX51" fmla="*/ 5241956 w 6092982"/>
                    <a:gd name="connsiteY51" fmla="*/ 72428 h 1548143"/>
                    <a:gd name="connsiteX52" fmla="*/ 5314384 w 6092982"/>
                    <a:gd name="connsiteY52" fmla="*/ 99589 h 1548143"/>
                    <a:gd name="connsiteX53" fmla="*/ 5423025 w 6092982"/>
                    <a:gd name="connsiteY53" fmla="*/ 153909 h 1548143"/>
                    <a:gd name="connsiteX54" fmla="*/ 5450186 w 6092982"/>
                    <a:gd name="connsiteY54" fmla="*/ 162963 h 1548143"/>
                    <a:gd name="connsiteX55" fmla="*/ 5522613 w 6092982"/>
                    <a:gd name="connsiteY55" fmla="*/ 172016 h 1548143"/>
                    <a:gd name="connsiteX56" fmla="*/ 6020554 w 6092982"/>
                    <a:gd name="connsiteY56" fmla="*/ 162963 h 1548143"/>
                    <a:gd name="connsiteX57" fmla="*/ 6065821 w 6092982"/>
                    <a:gd name="connsiteY57" fmla="*/ 144856 h 1548143"/>
                    <a:gd name="connsiteX58" fmla="*/ 6092982 w 6092982"/>
                    <a:gd name="connsiteY58" fmla="*/ 126749 h 1548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092982" h="1548143">
                      <a:moveTo>
                        <a:pt x="0" y="1466662"/>
                      </a:moveTo>
                      <a:cubicBezTo>
                        <a:pt x="111816" y="1489024"/>
                        <a:pt x="-27827" y="1461603"/>
                        <a:pt x="99588" y="1484769"/>
                      </a:cubicBezTo>
                      <a:cubicBezTo>
                        <a:pt x="131138" y="1490505"/>
                        <a:pt x="167513" y="1499543"/>
                        <a:pt x="199176" y="1502876"/>
                      </a:cubicBezTo>
                      <a:cubicBezTo>
                        <a:pt x="238307" y="1506995"/>
                        <a:pt x="277685" y="1508367"/>
                        <a:pt x="316871" y="1511929"/>
                      </a:cubicBezTo>
                      <a:cubicBezTo>
                        <a:pt x="344086" y="1514403"/>
                        <a:pt x="371192" y="1517965"/>
                        <a:pt x="398352" y="1520983"/>
                      </a:cubicBezTo>
                      <a:cubicBezTo>
                        <a:pt x="410423" y="1524001"/>
                        <a:pt x="422324" y="1527810"/>
                        <a:pt x="434566" y="1530036"/>
                      </a:cubicBezTo>
                      <a:cubicBezTo>
                        <a:pt x="489647" y="1540051"/>
                        <a:pt x="541187" y="1543021"/>
                        <a:pt x="597528" y="1548143"/>
                      </a:cubicBezTo>
                      <a:cubicBezTo>
                        <a:pt x="757473" y="1545125"/>
                        <a:pt x="917559" y="1546465"/>
                        <a:pt x="1077362" y="1539090"/>
                      </a:cubicBezTo>
                      <a:cubicBezTo>
                        <a:pt x="1114036" y="1537397"/>
                        <a:pt x="1186004" y="1520983"/>
                        <a:pt x="1186004" y="1520983"/>
                      </a:cubicBezTo>
                      <a:cubicBezTo>
                        <a:pt x="1198075" y="1514947"/>
                        <a:pt x="1209580" y="1507615"/>
                        <a:pt x="1222217" y="1502876"/>
                      </a:cubicBezTo>
                      <a:cubicBezTo>
                        <a:pt x="1236835" y="1497394"/>
                        <a:pt x="1291400" y="1487229"/>
                        <a:pt x="1303699" y="1484769"/>
                      </a:cubicBezTo>
                      <a:cubicBezTo>
                        <a:pt x="1324824" y="1475715"/>
                        <a:pt x="1345106" y="1464367"/>
                        <a:pt x="1367073" y="1457608"/>
                      </a:cubicBezTo>
                      <a:cubicBezTo>
                        <a:pt x="1384618" y="1452210"/>
                        <a:pt x="1403585" y="1453007"/>
                        <a:pt x="1421394" y="1448555"/>
                      </a:cubicBezTo>
                      <a:cubicBezTo>
                        <a:pt x="1451960" y="1440913"/>
                        <a:pt x="1481750" y="1430448"/>
                        <a:pt x="1511928" y="1421394"/>
                      </a:cubicBezTo>
                      <a:cubicBezTo>
                        <a:pt x="1569267" y="1427430"/>
                        <a:pt x="1627500" y="1427742"/>
                        <a:pt x="1683944" y="1439501"/>
                      </a:cubicBezTo>
                      <a:cubicBezTo>
                        <a:pt x="1701171" y="1443090"/>
                        <a:pt x="1712639" y="1460744"/>
                        <a:pt x="1729211" y="1466662"/>
                      </a:cubicBezTo>
                      <a:cubicBezTo>
                        <a:pt x="1755413" y="1476020"/>
                        <a:pt x="1783940" y="1477125"/>
                        <a:pt x="1810693" y="1484769"/>
                      </a:cubicBezTo>
                      <a:cubicBezTo>
                        <a:pt x="1826319" y="1489234"/>
                        <a:pt x="1840871" y="1496840"/>
                        <a:pt x="1855960" y="1502876"/>
                      </a:cubicBezTo>
                      <a:cubicBezTo>
                        <a:pt x="1967619" y="1493822"/>
                        <a:pt x="2080093" y="1491936"/>
                        <a:pt x="2190938" y="1475715"/>
                      </a:cubicBezTo>
                      <a:cubicBezTo>
                        <a:pt x="2205868" y="1473530"/>
                        <a:pt x="2214597" y="1456925"/>
                        <a:pt x="2227152" y="1448555"/>
                      </a:cubicBezTo>
                      <a:cubicBezTo>
                        <a:pt x="2241793" y="1438794"/>
                        <a:pt x="2258003" y="1431485"/>
                        <a:pt x="2272419" y="1421394"/>
                      </a:cubicBezTo>
                      <a:cubicBezTo>
                        <a:pt x="2288249" y="1410313"/>
                        <a:pt x="2301609" y="1395900"/>
                        <a:pt x="2317687" y="1385181"/>
                      </a:cubicBezTo>
                      <a:cubicBezTo>
                        <a:pt x="2337931" y="1371685"/>
                        <a:pt x="2360490" y="1361959"/>
                        <a:pt x="2381061" y="1348967"/>
                      </a:cubicBezTo>
                      <a:cubicBezTo>
                        <a:pt x="2417860" y="1325726"/>
                        <a:pt x="2452795" y="1299607"/>
                        <a:pt x="2489703" y="1276539"/>
                      </a:cubicBezTo>
                      <a:cubicBezTo>
                        <a:pt x="2501147" y="1269386"/>
                        <a:pt x="2514687" y="1265918"/>
                        <a:pt x="2525916" y="1258432"/>
                      </a:cubicBezTo>
                      <a:cubicBezTo>
                        <a:pt x="2612819" y="1200496"/>
                        <a:pt x="2527355" y="1242089"/>
                        <a:pt x="2625505" y="1186004"/>
                      </a:cubicBezTo>
                      <a:cubicBezTo>
                        <a:pt x="2648941" y="1172612"/>
                        <a:pt x="2674496" y="1163183"/>
                        <a:pt x="2697932" y="1149791"/>
                      </a:cubicBezTo>
                      <a:cubicBezTo>
                        <a:pt x="2770719" y="1108199"/>
                        <a:pt x="2733140" y="1122430"/>
                        <a:pt x="2797520" y="1077363"/>
                      </a:cubicBezTo>
                      <a:cubicBezTo>
                        <a:pt x="2811936" y="1067272"/>
                        <a:pt x="2828372" y="1060293"/>
                        <a:pt x="2842788" y="1050202"/>
                      </a:cubicBezTo>
                      <a:cubicBezTo>
                        <a:pt x="2888775" y="1018011"/>
                        <a:pt x="2978590" y="950614"/>
                        <a:pt x="2978590" y="950614"/>
                      </a:cubicBezTo>
                      <a:cubicBezTo>
                        <a:pt x="3051017" y="829902"/>
                        <a:pt x="2954448" y="974756"/>
                        <a:pt x="3051017" y="878187"/>
                      </a:cubicBezTo>
                      <a:cubicBezTo>
                        <a:pt x="3069374" y="859830"/>
                        <a:pt x="3077928" y="833169"/>
                        <a:pt x="3096285" y="814812"/>
                      </a:cubicBezTo>
                      <a:cubicBezTo>
                        <a:pt x="3108728" y="802369"/>
                        <a:pt x="3127933" y="798795"/>
                        <a:pt x="3141552" y="787652"/>
                      </a:cubicBezTo>
                      <a:cubicBezTo>
                        <a:pt x="3161371" y="771437"/>
                        <a:pt x="3176839" y="750461"/>
                        <a:pt x="3195873" y="733331"/>
                      </a:cubicBezTo>
                      <a:cubicBezTo>
                        <a:pt x="3207089" y="723237"/>
                        <a:pt x="3220304" y="715597"/>
                        <a:pt x="3232087" y="706171"/>
                      </a:cubicBezTo>
                      <a:cubicBezTo>
                        <a:pt x="3250492" y="691447"/>
                        <a:pt x="3267726" y="675274"/>
                        <a:pt x="3286408" y="660903"/>
                      </a:cubicBezTo>
                      <a:cubicBezTo>
                        <a:pt x="3306985" y="645075"/>
                        <a:pt x="3330164" y="632638"/>
                        <a:pt x="3349782" y="615636"/>
                      </a:cubicBezTo>
                      <a:cubicBezTo>
                        <a:pt x="3477085" y="505306"/>
                        <a:pt x="3371062" y="573896"/>
                        <a:pt x="3467477" y="516048"/>
                      </a:cubicBezTo>
                      <a:cubicBezTo>
                        <a:pt x="3524084" y="402834"/>
                        <a:pt x="3415357" y="610745"/>
                        <a:pt x="3567065" y="398353"/>
                      </a:cubicBezTo>
                      <a:cubicBezTo>
                        <a:pt x="3582154" y="377228"/>
                        <a:pt x="3595437" y="354689"/>
                        <a:pt x="3612332" y="334979"/>
                      </a:cubicBezTo>
                      <a:cubicBezTo>
                        <a:pt x="3631775" y="312296"/>
                        <a:pt x="3657365" y="295186"/>
                        <a:pt x="3675707" y="271604"/>
                      </a:cubicBezTo>
                      <a:cubicBezTo>
                        <a:pt x="3696832" y="244444"/>
                        <a:pt x="3714751" y="214453"/>
                        <a:pt x="3739081" y="190123"/>
                      </a:cubicBezTo>
                      <a:cubicBezTo>
                        <a:pt x="3751152" y="178052"/>
                        <a:pt x="3764053" y="166757"/>
                        <a:pt x="3775295" y="153909"/>
                      </a:cubicBezTo>
                      <a:cubicBezTo>
                        <a:pt x="3785231" y="142553"/>
                        <a:pt x="3791785" y="128365"/>
                        <a:pt x="3802455" y="117695"/>
                      </a:cubicBezTo>
                      <a:cubicBezTo>
                        <a:pt x="3810149" y="110001"/>
                        <a:pt x="3818745" y="100076"/>
                        <a:pt x="3829615" y="99589"/>
                      </a:cubicBezTo>
                      <a:cubicBezTo>
                        <a:pt x="4022586" y="90949"/>
                        <a:pt x="4215896" y="93553"/>
                        <a:pt x="4409037" y="90535"/>
                      </a:cubicBezTo>
                      <a:cubicBezTo>
                        <a:pt x="4495418" y="76139"/>
                        <a:pt x="4446315" y="88299"/>
                        <a:pt x="4553893" y="45268"/>
                      </a:cubicBezTo>
                      <a:lnTo>
                        <a:pt x="4599160" y="27161"/>
                      </a:lnTo>
                      <a:cubicBezTo>
                        <a:pt x="4614249" y="21125"/>
                        <a:pt x="4628339" y="11352"/>
                        <a:pt x="4644427" y="9054"/>
                      </a:cubicBezTo>
                      <a:lnTo>
                        <a:pt x="4707802" y="0"/>
                      </a:lnTo>
                      <a:cubicBezTo>
                        <a:pt x="4843604" y="6036"/>
                        <a:pt x="4979851" y="5574"/>
                        <a:pt x="5115208" y="18107"/>
                      </a:cubicBezTo>
                      <a:cubicBezTo>
                        <a:pt x="5191949" y="25213"/>
                        <a:pt x="5185313" y="46285"/>
                        <a:pt x="5241956" y="72428"/>
                      </a:cubicBezTo>
                      <a:cubicBezTo>
                        <a:pt x="5265367" y="83233"/>
                        <a:pt x="5290871" y="89008"/>
                        <a:pt x="5314384" y="99589"/>
                      </a:cubicBezTo>
                      <a:cubicBezTo>
                        <a:pt x="5351306" y="116204"/>
                        <a:pt x="5384615" y="141105"/>
                        <a:pt x="5423025" y="153909"/>
                      </a:cubicBezTo>
                      <a:cubicBezTo>
                        <a:pt x="5432079" y="156927"/>
                        <a:pt x="5440797" y="161256"/>
                        <a:pt x="5450186" y="162963"/>
                      </a:cubicBezTo>
                      <a:cubicBezTo>
                        <a:pt x="5474124" y="167315"/>
                        <a:pt x="5498471" y="168998"/>
                        <a:pt x="5522613" y="172016"/>
                      </a:cubicBezTo>
                      <a:cubicBezTo>
                        <a:pt x="5688593" y="168998"/>
                        <a:pt x="5854753" y="171253"/>
                        <a:pt x="6020554" y="162963"/>
                      </a:cubicBezTo>
                      <a:cubicBezTo>
                        <a:pt x="6036785" y="162151"/>
                        <a:pt x="6051285" y="152124"/>
                        <a:pt x="6065821" y="144856"/>
                      </a:cubicBezTo>
                      <a:cubicBezTo>
                        <a:pt x="6075553" y="139990"/>
                        <a:pt x="6092982" y="126749"/>
                        <a:pt x="6092982" y="126749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76C3465-1173-0DA0-DFC4-BAB3CCB4EFC0}"/>
                    </a:ext>
                  </a:extLst>
                </p:cNvPr>
                <p:cNvSpPr txBox="1"/>
                <p:nvPr/>
              </p:nvSpPr>
              <p:spPr>
                <a:xfrm>
                  <a:off x="4671623" y="4188157"/>
                  <a:ext cx="1699588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/>
                    <a:t>0.32°  0.31°  0.35°</a:t>
                  </a:r>
                  <a:endParaRPr lang="ko-KR" altLang="en-US" sz="1400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3FA4780-56CA-43A0-1694-95DF9F84D2F9}"/>
                    </a:ext>
                  </a:extLst>
                </p:cNvPr>
                <p:cNvSpPr txBox="1"/>
                <p:nvPr/>
              </p:nvSpPr>
              <p:spPr>
                <a:xfrm>
                  <a:off x="6735778" y="3973603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highlight>
                        <a:srgbClr val="FFFF00"/>
                      </a:highlight>
                    </a:rPr>
                    <a:t>0.46°</a:t>
                  </a:r>
                  <a:endParaRPr lang="ko-KR" altLang="en-US" sz="1400" dirty="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8343342-AC1D-B4E9-493B-1D6EB60C48C4}"/>
                    </a:ext>
                  </a:extLst>
                </p:cNvPr>
                <p:cNvSpPr txBox="1"/>
                <p:nvPr/>
              </p:nvSpPr>
              <p:spPr>
                <a:xfrm>
                  <a:off x="8228091" y="2254720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/>
                    <a:t>1.26°</a:t>
                  </a:r>
                  <a:endParaRPr lang="ko-KR" altLang="en-US" sz="1400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26409F9-A0B8-D376-06A2-8EAF871F14F7}"/>
                    </a:ext>
                  </a:extLst>
                </p:cNvPr>
                <p:cNvSpPr txBox="1"/>
                <p:nvPr/>
              </p:nvSpPr>
              <p:spPr>
                <a:xfrm>
                  <a:off x="8933733" y="2122624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/>
                    <a:t>1.29°</a:t>
                  </a:r>
                  <a:endParaRPr lang="ko-KR" altLang="en-US" sz="1400" dirty="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6AD419-ABCC-74F8-3FE1-6C2531205688}"/>
                    </a:ext>
                  </a:extLst>
                </p:cNvPr>
                <p:cNvSpPr txBox="1"/>
                <p:nvPr/>
              </p:nvSpPr>
              <p:spPr>
                <a:xfrm>
                  <a:off x="9729477" y="2277401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/>
                    <a:t>1.23°</a:t>
                  </a:r>
                  <a:endParaRPr lang="ko-KR" altLang="en-US" sz="1400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3A2A1BB-2874-A177-1CB1-0D49ABAD0282}"/>
                    </a:ext>
                  </a:extLst>
                </p:cNvPr>
                <p:cNvSpPr txBox="1"/>
                <p:nvPr/>
              </p:nvSpPr>
              <p:spPr>
                <a:xfrm>
                  <a:off x="8078866" y="2706897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highlight>
                        <a:srgbClr val="FFFF00"/>
                      </a:highlight>
                    </a:rPr>
                    <a:t>0.96°</a:t>
                  </a:r>
                  <a:endParaRPr lang="ko-KR" altLang="en-US" sz="1400" dirty="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189312B-9FBC-A99F-F837-2F4DCF9C05EF}"/>
                    </a:ext>
                  </a:extLst>
                </p:cNvPr>
                <p:cNvSpPr txBox="1"/>
                <p:nvPr/>
              </p:nvSpPr>
              <p:spPr>
                <a:xfrm>
                  <a:off x="7284018" y="3604271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highlight>
                        <a:srgbClr val="FFFF00"/>
                      </a:highlight>
                    </a:rPr>
                    <a:t>0.54°</a:t>
                  </a:r>
                  <a:endParaRPr lang="ko-KR" altLang="en-US" sz="1400" dirty="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0CF0748-8BE4-F13A-3B58-3571B2D2CC2C}"/>
                    </a:ext>
                  </a:extLst>
                </p:cNvPr>
                <p:cNvSpPr txBox="1"/>
                <p:nvPr/>
              </p:nvSpPr>
              <p:spPr>
                <a:xfrm>
                  <a:off x="7726045" y="3142786"/>
                  <a:ext cx="607325" cy="31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highlight>
                        <a:srgbClr val="FFFF00"/>
                      </a:highlight>
                    </a:rPr>
                    <a:t>0.76°</a:t>
                  </a:r>
                  <a:endParaRPr lang="ko-KR" altLang="en-US" sz="1400" dirty="0">
                    <a:highlight>
                      <a:srgbClr val="FFFF00"/>
                    </a:highlight>
                  </a:endParaRPr>
                </a:p>
              </p:txBody>
            </p: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A36B6D-9267-D78E-EFAF-D44F101ED0EA}"/>
                </a:ext>
              </a:extLst>
            </p:cNvPr>
            <p:cNvSpPr txBox="1"/>
            <p:nvPr/>
          </p:nvSpPr>
          <p:spPr>
            <a:xfrm>
              <a:off x="5845524" y="2555612"/>
              <a:ext cx="236043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highlight>
                    <a:srgbClr val="FFFF00"/>
                  </a:highlight>
                </a:rPr>
                <a:t>Phase</a:t>
              </a:r>
              <a:r>
                <a:rPr lang="ko-KR" altLang="en-US" sz="1200" dirty="0">
                  <a:highlight>
                    <a:srgbClr val="FFFF00"/>
                  </a:highlight>
                </a:rPr>
                <a:t>가 급격히 변하는 지점을</a:t>
              </a:r>
              <a:endParaRPr lang="en-US" altLang="ko-KR" sz="1200" dirty="0">
                <a:highlight>
                  <a:srgbClr val="FFFF00"/>
                </a:highlight>
              </a:endParaRPr>
            </a:p>
            <a:p>
              <a:r>
                <a:rPr lang="ko-KR" altLang="en-US" sz="1200" dirty="0">
                  <a:highlight>
                    <a:srgbClr val="FFFF00"/>
                  </a:highlight>
                </a:rPr>
                <a:t> </a:t>
              </a:r>
              <a:r>
                <a:rPr lang="en-US" altLang="ko-KR" sz="1200" dirty="0">
                  <a:highlight>
                    <a:srgbClr val="FFFF00"/>
                  </a:highlight>
                </a:rPr>
                <a:t>Grain Boundary</a:t>
              </a:r>
              <a:r>
                <a:rPr lang="ko-KR" altLang="en-US" sz="1200" dirty="0">
                  <a:highlight>
                    <a:srgbClr val="FFFF00"/>
                  </a:highlight>
                </a:rPr>
                <a:t>로 추출</a:t>
              </a:r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A36A4F2-33C6-6750-AC9C-DCA92827A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962013"/>
              </p:ext>
            </p:extLst>
          </p:nvPr>
        </p:nvGraphicFramePr>
        <p:xfrm>
          <a:off x="4336993" y="449256"/>
          <a:ext cx="7471412" cy="101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853">
                  <a:extLst>
                    <a:ext uri="{9D8B030D-6E8A-4147-A177-3AD203B41FA5}">
                      <a16:colId xmlns:a16="http://schemas.microsoft.com/office/drawing/2014/main" val="2120336454"/>
                    </a:ext>
                  </a:extLst>
                </a:gridCol>
                <a:gridCol w="1867853">
                  <a:extLst>
                    <a:ext uri="{9D8B030D-6E8A-4147-A177-3AD203B41FA5}">
                      <a16:colId xmlns:a16="http://schemas.microsoft.com/office/drawing/2014/main" val="2182573476"/>
                    </a:ext>
                  </a:extLst>
                </a:gridCol>
                <a:gridCol w="1867853">
                  <a:extLst>
                    <a:ext uri="{9D8B030D-6E8A-4147-A177-3AD203B41FA5}">
                      <a16:colId xmlns:a16="http://schemas.microsoft.com/office/drawing/2014/main" val="3532652594"/>
                    </a:ext>
                  </a:extLst>
                </a:gridCol>
                <a:gridCol w="1867853">
                  <a:extLst>
                    <a:ext uri="{9D8B030D-6E8A-4147-A177-3AD203B41FA5}">
                      <a16:colId xmlns:a16="http://schemas.microsoft.com/office/drawing/2014/main" val="301874689"/>
                    </a:ext>
                  </a:extLst>
                </a:gridCol>
              </a:tblGrid>
              <a:tr h="3445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표준편차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ko-KR" altLang="en-US" sz="1200" dirty="0" err="1"/>
                        <a:t>절대편차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주변 픽셀 평균 </a:t>
                      </a:r>
                      <a:r>
                        <a:rPr lang="en-US" altLang="ko-KR" sz="1200" dirty="0" err="1"/>
                        <a:t>ΔPhase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161428"/>
                  </a:ext>
                </a:extLst>
              </a:tr>
              <a:tr h="333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InOx_0.11M_350’C</a:t>
                      </a:r>
                      <a:r>
                        <a:rPr lang="en-US" altLang="ko-KR" sz="1200" b="1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0.487496°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0.384254°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0.474881°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250783"/>
                  </a:ext>
                </a:extLst>
              </a:tr>
              <a:tr h="333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Si-Sio2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0.48441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0.385566°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0.530627°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79440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88B3725C-5488-9114-20AF-08B0BCEF976A}"/>
              </a:ext>
            </a:extLst>
          </p:cNvPr>
          <p:cNvSpPr txBox="1"/>
          <p:nvPr/>
        </p:nvSpPr>
        <p:spPr>
          <a:xfrm>
            <a:off x="4491987" y="6000585"/>
            <a:ext cx="6473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Grain-free Wafer</a:t>
            </a:r>
            <a:r>
              <a:rPr lang="ko-KR" altLang="en-US" sz="1400" dirty="0"/>
              <a:t>에서 측정한 </a:t>
            </a:r>
            <a:r>
              <a:rPr lang="en-US" altLang="ko-KR" sz="1400" dirty="0"/>
              <a:t>Phase </a:t>
            </a:r>
            <a:r>
              <a:rPr lang="ko-KR" altLang="en-US" sz="1400" dirty="0"/>
              <a:t>변화량을 기준</a:t>
            </a:r>
            <a:r>
              <a:rPr lang="en-US" altLang="ko-KR" sz="1400" dirty="0"/>
              <a:t>(Baseline)</a:t>
            </a:r>
            <a:r>
              <a:rPr lang="ko-KR" altLang="en-US" sz="1400" dirty="0"/>
              <a:t>으로 설정하여 </a:t>
            </a:r>
            <a:endParaRPr lang="en-US" altLang="ko-KR" sz="1400" dirty="0"/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노이즈 수준의 </a:t>
            </a:r>
            <a:r>
              <a:rPr lang="en-US" altLang="ko-KR" sz="1400" dirty="0"/>
              <a:t>Seed</a:t>
            </a:r>
            <a:r>
              <a:rPr lang="ko-KR" altLang="en-US" sz="1400" dirty="0"/>
              <a:t>를 제거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EFEE3-82EB-396B-B5E1-4A140704AE9E}"/>
              </a:ext>
            </a:extLst>
          </p:cNvPr>
          <p:cNvSpPr txBox="1"/>
          <p:nvPr/>
        </p:nvSpPr>
        <p:spPr>
          <a:xfrm>
            <a:off x="4422045" y="1621970"/>
            <a:ext cx="7205498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현재 코드에서의 추출방식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전체 </a:t>
            </a:r>
            <a:r>
              <a:rPr lang="en-US" altLang="ko-KR" sz="1000" dirty="0"/>
              <a:t>Phase </a:t>
            </a:r>
            <a:r>
              <a:rPr lang="ko-KR" altLang="en-US" sz="1000" dirty="0"/>
              <a:t>값을 비교하는 것이 아니라</a:t>
            </a:r>
            <a:r>
              <a:rPr lang="en-US" altLang="ko-KR" sz="1000" dirty="0"/>
              <a:t> </a:t>
            </a:r>
            <a:r>
              <a:rPr lang="ko-KR" altLang="en-US" sz="1000" dirty="0"/>
              <a:t>주변 픽셀과의 </a:t>
            </a:r>
            <a:r>
              <a:rPr lang="en-US" altLang="ko-KR" sz="1000" dirty="0"/>
              <a:t>Phase </a:t>
            </a:r>
            <a:r>
              <a:rPr lang="ko-KR" altLang="en-US" sz="1000" dirty="0"/>
              <a:t>변화가 큰 부분을 먼저 찾고</a:t>
            </a:r>
            <a:r>
              <a:rPr lang="en-US" altLang="ko-KR" sz="1000" dirty="0"/>
              <a:t> </a:t>
            </a:r>
            <a:r>
              <a:rPr lang="ko-KR" altLang="en-US" sz="1000" dirty="0"/>
              <a:t>이 부분을 </a:t>
            </a:r>
            <a:r>
              <a:rPr lang="en-US" altLang="ko-KR" sz="1000" dirty="0"/>
              <a:t>Grain Boundary </a:t>
            </a:r>
            <a:r>
              <a:rPr lang="ko-KR" altLang="en-US" sz="1000" dirty="0"/>
              <a:t>후보</a:t>
            </a:r>
            <a:endParaRPr lang="en-US" altLang="ko-KR" sz="1000" dirty="0"/>
          </a:p>
          <a:p>
            <a:r>
              <a:rPr lang="ko-KR" altLang="en-US" sz="1000" dirty="0"/>
              <a:t>이후 </a:t>
            </a:r>
            <a:r>
              <a:rPr lang="en-US" altLang="ko-KR" sz="1000" dirty="0"/>
              <a:t>Si wafer</a:t>
            </a:r>
            <a:r>
              <a:rPr lang="ko-KR" altLang="en-US" sz="1000" dirty="0"/>
              <a:t>에서 얻은 기준보다 큰 변화만 남겨 실제 </a:t>
            </a:r>
            <a:r>
              <a:rPr lang="en-US" altLang="ko-KR" sz="1000" dirty="0"/>
              <a:t>Grain</a:t>
            </a:r>
            <a:r>
              <a:rPr lang="ko-KR" altLang="en-US" sz="1000" dirty="0"/>
              <a:t>을 분리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84810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5836EC-EE9C-7891-094F-DA7F3D4A5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4" y="80962"/>
            <a:ext cx="2988942" cy="33480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CA3E0F-4F66-0F45-7708-68AED519D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949" y="100964"/>
            <a:ext cx="3652736" cy="3576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773DB-C6E2-F37D-EBAD-DEA0FBD969A0}"/>
              </a:ext>
            </a:extLst>
          </p:cNvPr>
          <p:cNvSpPr txBox="1"/>
          <p:nvPr/>
        </p:nvSpPr>
        <p:spPr>
          <a:xfrm>
            <a:off x="2500217" y="2385181"/>
            <a:ext cx="4147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Wafer</a:t>
            </a:r>
            <a:r>
              <a:rPr lang="ko-KR" altLang="en-US" sz="1000" dirty="0"/>
              <a:t>기반 </a:t>
            </a:r>
            <a:r>
              <a:rPr lang="en-US" altLang="ko-KR" sz="1000" dirty="0"/>
              <a:t>boundary threshold</a:t>
            </a:r>
          </a:p>
          <a:p>
            <a:endParaRPr lang="en-US" altLang="ko-KR" sz="1000" dirty="0"/>
          </a:p>
          <a:p>
            <a:r>
              <a:rPr lang="en-US" altLang="ko-KR" sz="1000" dirty="0"/>
              <a:t>4(rows) × 4(columns) =16 patch</a:t>
            </a:r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각 </a:t>
            </a:r>
            <a:r>
              <a:rPr lang="en-US" altLang="ko-KR" sz="1000" dirty="0"/>
              <a:t>patch</a:t>
            </a:r>
            <a:r>
              <a:rPr lang="ko-KR" altLang="en-US" sz="1000" dirty="0"/>
              <a:t>마다 </a:t>
            </a:r>
            <a:r>
              <a:rPr lang="en-US" altLang="ko-KR" sz="1000" dirty="0"/>
              <a:t>Gradient </a:t>
            </a:r>
            <a:r>
              <a:rPr lang="ko-KR" altLang="en-US" sz="1000" dirty="0"/>
              <a:t>분포를 따로 계산</a:t>
            </a:r>
            <a:endParaRPr lang="en-US" altLang="ko-KR" sz="1000" dirty="0"/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각 </a:t>
            </a:r>
            <a:r>
              <a:rPr lang="en-US" altLang="ko-KR" sz="1000" dirty="0"/>
              <a:t>patch </a:t>
            </a:r>
            <a:r>
              <a:rPr lang="ko-KR" altLang="en-US" sz="1000" dirty="0"/>
              <a:t>값으로 중앙값</a:t>
            </a:r>
            <a:r>
              <a:rPr lang="en-US" altLang="ko-KR" sz="1000" dirty="0"/>
              <a:t>(Median) </a:t>
            </a:r>
            <a:r>
              <a:rPr lang="ko-KR" altLang="en-US" sz="1000" dirty="0"/>
              <a:t>계산</a:t>
            </a:r>
            <a:r>
              <a:rPr lang="en-US" altLang="ko-KR" sz="1000" dirty="0"/>
              <a:t>[Tweak- P95/ </a:t>
            </a:r>
            <a:r>
              <a:rPr lang="en-US" altLang="ko-KR" sz="1000" dirty="0" err="1"/>
              <a:t>Tstrong</a:t>
            </a:r>
            <a:r>
              <a:rPr lang="en-US" altLang="ko-KR" sz="1000" dirty="0"/>
              <a:t>- P99]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BDCB2-BE09-E6CD-DC84-7C9B8790EFFE}"/>
              </a:ext>
            </a:extLst>
          </p:cNvPr>
          <p:cNvSpPr txBox="1"/>
          <p:nvPr/>
        </p:nvSpPr>
        <p:spPr>
          <a:xfrm>
            <a:off x="2500217" y="1643062"/>
            <a:ext cx="6279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Tweak -</a:t>
            </a:r>
            <a:r>
              <a:rPr lang="ko-KR" altLang="en-US" sz="1000" dirty="0"/>
              <a:t>약한 </a:t>
            </a:r>
            <a:r>
              <a:rPr lang="en-US" altLang="ko-KR" sz="1000" dirty="0"/>
              <a:t>Boundary </a:t>
            </a:r>
            <a:r>
              <a:rPr lang="ko-KR" altLang="en-US" sz="1000" dirty="0"/>
              <a:t>기준</a:t>
            </a:r>
            <a:r>
              <a:rPr lang="en-US" altLang="ko-KR" sz="1000" dirty="0"/>
              <a:t>/ </a:t>
            </a:r>
            <a:r>
              <a:rPr lang="en-US" altLang="ko-KR" sz="1000" dirty="0" err="1"/>
              <a:t>Tstrong</a:t>
            </a:r>
            <a:r>
              <a:rPr lang="en-US" altLang="ko-KR" sz="1000" dirty="0"/>
              <a:t>- </a:t>
            </a:r>
            <a:r>
              <a:rPr lang="ko-KR" altLang="en-US" sz="1000" dirty="0"/>
              <a:t>강한 </a:t>
            </a:r>
            <a:r>
              <a:rPr lang="en-US" altLang="ko-KR" sz="1000" dirty="0"/>
              <a:t>Boundary </a:t>
            </a:r>
            <a:r>
              <a:rPr lang="ko-KR" altLang="en-US" sz="1000" dirty="0"/>
              <a:t>기준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AC3AFE-EA9B-E15B-25CD-AAF1EC39762E}"/>
              </a:ext>
            </a:extLst>
          </p:cNvPr>
          <p:cNvSpPr txBox="1"/>
          <p:nvPr/>
        </p:nvSpPr>
        <p:spPr>
          <a:xfrm>
            <a:off x="2500217" y="945357"/>
            <a:ext cx="18774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Candidate h- Seed </a:t>
            </a:r>
            <a:r>
              <a:rPr lang="ko-KR" altLang="en-US" sz="1000" dirty="0"/>
              <a:t>최소 높이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D7075A-CB72-78F1-3024-249F93AE82CF}"/>
              </a:ext>
            </a:extLst>
          </p:cNvPr>
          <p:cNvSpPr/>
          <p:nvPr/>
        </p:nvSpPr>
        <p:spPr>
          <a:xfrm>
            <a:off x="6708886" y="1919641"/>
            <a:ext cx="2019300" cy="462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219B6-DD66-3A17-DB7F-9120365BBDF4}"/>
              </a:ext>
            </a:extLst>
          </p:cNvPr>
          <p:cNvSpPr txBox="1"/>
          <p:nvPr/>
        </p:nvSpPr>
        <p:spPr>
          <a:xfrm>
            <a:off x="3563041" y="4190495"/>
            <a:ext cx="842352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Local Gradient - Seed </a:t>
            </a:r>
            <a:r>
              <a:rPr lang="ko-KR" altLang="en-US" sz="1200" dirty="0"/>
              <a:t>주변에서 </a:t>
            </a:r>
            <a:r>
              <a:rPr lang="en-US" altLang="ko-KR" sz="1200" dirty="0"/>
              <a:t>Phase </a:t>
            </a:r>
            <a:r>
              <a:rPr lang="ko-KR" altLang="en-US" sz="1200" dirty="0"/>
              <a:t>값이 얼마나 급격하게 변하는지를 나타내며</a:t>
            </a:r>
            <a:r>
              <a:rPr lang="en-US" altLang="ko-KR" sz="1200" dirty="0"/>
              <a:t>, </a:t>
            </a:r>
            <a:r>
              <a:rPr lang="ko-KR" altLang="en-US" sz="1200" dirty="0"/>
              <a:t>경계가 뚜렷한 정도를 평가</a:t>
            </a:r>
            <a:endParaRPr lang="en-US" altLang="ko-KR" sz="1200" dirty="0"/>
          </a:p>
          <a:p>
            <a:r>
              <a:rPr lang="en-US" altLang="ko-KR" sz="1200" dirty="0"/>
              <a:t>Local Contrast - Seed </a:t>
            </a:r>
            <a:r>
              <a:rPr lang="ko-KR" altLang="en-US" sz="1200" dirty="0"/>
              <a:t>중심과 주변의 평균 </a:t>
            </a:r>
            <a:r>
              <a:rPr lang="en-US" altLang="ko-KR" sz="1200" dirty="0"/>
              <a:t>Phase </a:t>
            </a:r>
            <a:r>
              <a:rPr lang="ko-KR" altLang="en-US" sz="1200" dirty="0"/>
              <a:t>차이를 나타내며</a:t>
            </a:r>
            <a:r>
              <a:rPr lang="en-US" altLang="ko-KR" sz="1200" dirty="0"/>
              <a:t>, </a:t>
            </a:r>
            <a:r>
              <a:rPr lang="ko-KR" altLang="en-US" sz="1200" dirty="0"/>
              <a:t>주변보다 얼마나 두드러지는지를 평가</a:t>
            </a:r>
            <a:endParaRPr lang="en-US" altLang="ko-KR" sz="1200" dirty="0"/>
          </a:p>
          <a:p>
            <a:r>
              <a:rPr lang="en-US" altLang="ko-KR" sz="1200" dirty="0"/>
              <a:t>Prominence -  Seed</a:t>
            </a:r>
            <a:r>
              <a:rPr lang="ko-KR" altLang="en-US" sz="1200" dirty="0"/>
              <a:t>가 주변으로부터 얼마나 독립적으로 돌출되어 있는지를 나타내며</a:t>
            </a:r>
            <a:r>
              <a:rPr lang="en-US" altLang="ko-KR" sz="1200" dirty="0"/>
              <a:t>, </a:t>
            </a:r>
            <a:r>
              <a:rPr lang="ko-KR" altLang="en-US" sz="1200" dirty="0"/>
              <a:t>실제 </a:t>
            </a:r>
            <a:r>
              <a:rPr lang="en-US" altLang="ko-KR" sz="1200" dirty="0"/>
              <a:t>Grain </a:t>
            </a:r>
            <a:r>
              <a:rPr lang="ko-KR" altLang="en-US" sz="1200" dirty="0"/>
              <a:t>중심일 가능성을 평가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A01DBA0-A3FC-1B1D-049E-7C903EDB97FF}"/>
              </a:ext>
            </a:extLst>
          </p:cNvPr>
          <p:cNvCxnSpPr>
            <a:cxnSpLocks/>
          </p:cNvCxnSpPr>
          <p:nvPr/>
        </p:nvCxnSpPr>
        <p:spPr>
          <a:xfrm>
            <a:off x="5879687" y="2150860"/>
            <a:ext cx="0" cy="20396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8DD0F75-1B6F-167E-8C77-881072724719}"/>
              </a:ext>
            </a:extLst>
          </p:cNvPr>
          <p:cNvCxnSpPr/>
          <p:nvPr/>
        </p:nvCxnSpPr>
        <p:spPr>
          <a:xfrm>
            <a:off x="8296275" y="3246955"/>
            <a:ext cx="9191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5EE974-A0B9-D38B-10BF-14EF48D2ADFC}"/>
              </a:ext>
            </a:extLst>
          </p:cNvPr>
          <p:cNvSpPr txBox="1"/>
          <p:nvPr/>
        </p:nvSpPr>
        <p:spPr>
          <a:xfrm>
            <a:off x="9243995" y="2695903"/>
            <a:ext cx="622959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5386</a:t>
            </a:r>
            <a:r>
              <a:rPr lang="ko-KR" altLang="en-US" sz="1000" dirty="0"/>
              <a:t>개의 </a:t>
            </a:r>
            <a:r>
              <a:rPr lang="en-US" altLang="ko-KR" sz="1000" dirty="0"/>
              <a:t>Grain </a:t>
            </a:r>
            <a:r>
              <a:rPr lang="ko-KR" altLang="en-US" sz="1000" dirty="0"/>
              <a:t>후보</a:t>
            </a:r>
            <a:endParaRPr lang="en-US" altLang="ko-KR" sz="1000" dirty="0"/>
          </a:p>
          <a:p>
            <a:r>
              <a:rPr lang="en-US" altLang="ko-KR" sz="1000" dirty="0"/>
              <a:t>Local Gradient/ Local Contrast / Prominence </a:t>
            </a:r>
            <a:r>
              <a:rPr lang="ko-KR" altLang="en-US" sz="1000" dirty="0"/>
              <a:t>적용</a:t>
            </a:r>
            <a:endParaRPr lang="en-US" altLang="ko-KR" sz="1000" dirty="0"/>
          </a:p>
          <a:p>
            <a:r>
              <a:rPr lang="en-US" altLang="ko-KR" sz="1000" dirty="0"/>
              <a:t>-&gt; 2</a:t>
            </a:r>
            <a:r>
              <a:rPr lang="ko-KR" altLang="en-US" sz="1000" dirty="0"/>
              <a:t>개 이상 통과한 </a:t>
            </a:r>
            <a:r>
              <a:rPr lang="en-US" altLang="ko-KR" sz="1000" dirty="0"/>
              <a:t>Grain 181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sz="100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sz="1000" dirty="0"/>
              <a:t>여기서 검출된 </a:t>
            </a:r>
            <a:r>
              <a:rPr lang="en-US" altLang="ko-KR" sz="1000" dirty="0"/>
              <a:t>181</a:t>
            </a:r>
            <a:r>
              <a:rPr lang="ko-KR" altLang="en-US" sz="1000" dirty="0"/>
              <a:t>를 활용하여 </a:t>
            </a:r>
            <a:r>
              <a:rPr lang="en-US" altLang="ko-KR" sz="1000" dirty="0"/>
              <a:t>Noise</a:t>
            </a:r>
            <a:r>
              <a:rPr lang="ko-KR" altLang="en-US" sz="1000" dirty="0"/>
              <a:t>나 미세한 </a:t>
            </a:r>
            <a:r>
              <a:rPr lang="en-US" altLang="ko-KR" sz="1000" dirty="0"/>
              <a:t>Phase </a:t>
            </a:r>
            <a:r>
              <a:rPr lang="ko-KR" altLang="en-US" sz="1000" dirty="0"/>
              <a:t>변화 때문에 생길 수 있는 정상적인 </a:t>
            </a:r>
            <a:r>
              <a:rPr lang="ko-KR" altLang="en-US" sz="1000" dirty="0" err="1"/>
              <a:t>오검출</a:t>
            </a:r>
            <a:r>
              <a:rPr lang="ko-KR" altLang="en-US" sz="1000" dirty="0"/>
              <a:t> 기준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430F8E6-E73E-989F-F512-1CAC9A399E51}"/>
              </a:ext>
            </a:extLst>
          </p:cNvPr>
          <p:cNvCxnSpPr/>
          <p:nvPr/>
        </p:nvCxnSpPr>
        <p:spPr>
          <a:xfrm>
            <a:off x="5875020" y="2150860"/>
            <a:ext cx="8338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6164A8E-4A8C-DF9E-5DA1-132234870490}"/>
              </a:ext>
            </a:extLst>
          </p:cNvPr>
          <p:cNvSpPr txBox="1"/>
          <p:nvPr/>
        </p:nvSpPr>
        <p:spPr>
          <a:xfrm>
            <a:off x="6571306" y="3669466"/>
            <a:ext cx="63594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002060"/>
                </a:solidFill>
              </a:rPr>
              <a:t>Sample</a:t>
            </a:r>
            <a:r>
              <a:rPr lang="ko-KR" altLang="en-US" sz="800" dirty="0">
                <a:solidFill>
                  <a:srgbClr val="002060"/>
                </a:solidFill>
              </a:rPr>
              <a:t>에서도 최종 </a:t>
            </a:r>
            <a:r>
              <a:rPr lang="en-US" altLang="ko-KR" sz="800" dirty="0">
                <a:solidFill>
                  <a:srgbClr val="002060"/>
                </a:solidFill>
              </a:rPr>
              <a:t>Grain </a:t>
            </a:r>
            <a:r>
              <a:rPr lang="ko-KR" altLang="en-US" sz="800" dirty="0">
                <a:solidFill>
                  <a:srgbClr val="002060"/>
                </a:solidFill>
              </a:rPr>
              <a:t>개수가 </a:t>
            </a:r>
            <a:r>
              <a:rPr lang="en-US" altLang="ko-KR" sz="800" b="1" dirty="0">
                <a:solidFill>
                  <a:srgbClr val="002060"/>
                </a:solidFill>
              </a:rPr>
              <a:t>271</a:t>
            </a:r>
            <a:r>
              <a:rPr lang="ko-KR" altLang="en-US" sz="800" b="1" dirty="0">
                <a:solidFill>
                  <a:srgbClr val="002060"/>
                </a:solidFill>
              </a:rPr>
              <a:t>개 이하</a:t>
            </a:r>
            <a:r>
              <a:rPr lang="en-US" altLang="ko-KR" sz="800" b="1" dirty="0">
                <a:solidFill>
                  <a:srgbClr val="002060"/>
                </a:solidFill>
              </a:rPr>
              <a:t>(X1.5)</a:t>
            </a:r>
            <a:r>
              <a:rPr lang="ko-KR" altLang="en-US" sz="800" dirty="0">
                <a:solidFill>
                  <a:srgbClr val="002060"/>
                </a:solidFill>
              </a:rPr>
              <a:t>라면 </a:t>
            </a:r>
            <a:r>
              <a:rPr lang="en-US" altLang="ko-KR" sz="800" dirty="0">
                <a:solidFill>
                  <a:srgbClr val="002060"/>
                </a:solidFill>
              </a:rPr>
              <a:t>grain</a:t>
            </a:r>
            <a:r>
              <a:rPr lang="ko-KR" altLang="en-US" sz="800" dirty="0">
                <a:solidFill>
                  <a:srgbClr val="002060"/>
                </a:solidFill>
              </a:rPr>
              <a:t>이 없다고 봄 </a:t>
            </a:r>
            <a:r>
              <a:rPr lang="en-US" altLang="ko-KR" sz="800" dirty="0">
                <a:solidFill>
                  <a:srgbClr val="002060"/>
                </a:solidFill>
              </a:rPr>
              <a:t>/ Grain </a:t>
            </a:r>
            <a:r>
              <a:rPr lang="ko-KR" altLang="en-US" sz="800" dirty="0">
                <a:solidFill>
                  <a:srgbClr val="002060"/>
                </a:solidFill>
              </a:rPr>
              <a:t>개수가 </a:t>
            </a:r>
            <a:r>
              <a:rPr lang="en-US" altLang="ko-KR" sz="800" b="1" dirty="0">
                <a:solidFill>
                  <a:srgbClr val="002060"/>
                </a:solidFill>
              </a:rPr>
              <a:t>543</a:t>
            </a:r>
            <a:r>
              <a:rPr lang="ko-KR" altLang="en-US" sz="800" b="1" dirty="0">
                <a:solidFill>
                  <a:srgbClr val="002060"/>
                </a:solidFill>
              </a:rPr>
              <a:t>개 이상</a:t>
            </a:r>
            <a:r>
              <a:rPr lang="en-US" altLang="ko-KR" sz="800" b="1" dirty="0">
                <a:solidFill>
                  <a:srgbClr val="002060"/>
                </a:solidFill>
              </a:rPr>
              <a:t>(X3)</a:t>
            </a:r>
            <a:r>
              <a:rPr lang="en-US" altLang="ko-KR" sz="800" dirty="0">
                <a:solidFill>
                  <a:srgbClr val="002060"/>
                </a:solidFill>
              </a:rPr>
              <a:t> </a:t>
            </a:r>
            <a:r>
              <a:rPr lang="ko-KR" altLang="en-US" sz="800" dirty="0">
                <a:solidFill>
                  <a:srgbClr val="002060"/>
                </a:solidFill>
              </a:rPr>
              <a:t>이라면 </a:t>
            </a:r>
            <a:r>
              <a:rPr lang="en-US" altLang="ko-KR" sz="800" dirty="0">
                <a:solidFill>
                  <a:srgbClr val="002060"/>
                </a:solidFill>
              </a:rPr>
              <a:t>grain</a:t>
            </a:r>
            <a:r>
              <a:rPr lang="ko-KR" altLang="en-US" sz="800" dirty="0">
                <a:solidFill>
                  <a:srgbClr val="002060"/>
                </a:solidFill>
              </a:rPr>
              <a:t>이 있다고 판단</a:t>
            </a:r>
          </a:p>
        </p:txBody>
      </p:sp>
      <p:sp>
        <p:nvSpPr>
          <p:cNvPr id="41" name="양쪽 대괄호 40">
            <a:extLst>
              <a:ext uri="{FF2B5EF4-FFF2-40B4-BE49-F238E27FC236}">
                <a16:creationId xmlns:a16="http://schemas.microsoft.com/office/drawing/2014/main" id="{622FC5A9-49E0-F1BD-D613-B95911D2F588}"/>
              </a:ext>
            </a:extLst>
          </p:cNvPr>
          <p:cNvSpPr/>
          <p:nvPr/>
        </p:nvSpPr>
        <p:spPr>
          <a:xfrm>
            <a:off x="6708886" y="3407888"/>
            <a:ext cx="1840334" cy="23655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왼쪽 대괄호 41">
            <a:extLst>
              <a:ext uri="{FF2B5EF4-FFF2-40B4-BE49-F238E27FC236}">
                <a16:creationId xmlns:a16="http://schemas.microsoft.com/office/drawing/2014/main" id="{EDC62458-330E-2A10-DB81-C43E29E528BC}"/>
              </a:ext>
            </a:extLst>
          </p:cNvPr>
          <p:cNvSpPr/>
          <p:nvPr/>
        </p:nvSpPr>
        <p:spPr>
          <a:xfrm>
            <a:off x="9215438" y="2728913"/>
            <a:ext cx="61912" cy="78104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38D03-CB6D-17D8-61B7-34B7FC05BDD8}"/>
              </a:ext>
            </a:extLst>
          </p:cNvPr>
          <p:cNvSpPr txBox="1"/>
          <p:nvPr/>
        </p:nvSpPr>
        <p:spPr>
          <a:xfrm>
            <a:off x="3563041" y="5001068"/>
            <a:ext cx="6990659" cy="160043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문제점</a:t>
            </a:r>
            <a:endParaRPr lang="en-US" altLang="ko-KR" sz="1400" dirty="0"/>
          </a:p>
          <a:p>
            <a:r>
              <a:rPr lang="en-US" altLang="ko-KR" sz="1400" dirty="0"/>
              <a:t>- wafer </a:t>
            </a:r>
            <a:r>
              <a:rPr lang="ko-KR" altLang="en-US" sz="1400" dirty="0"/>
              <a:t>데이터가 한 </a:t>
            </a:r>
            <a:r>
              <a:rPr lang="ko-KR" altLang="en-US" sz="1400" dirty="0" err="1"/>
              <a:t>장뿐이면</a:t>
            </a:r>
            <a:r>
              <a:rPr lang="ko-KR" altLang="en-US" sz="1400" dirty="0"/>
              <a:t> </a:t>
            </a:r>
            <a:r>
              <a:rPr lang="en-US" altLang="ko-KR" sz="1400" dirty="0"/>
              <a:t>threshold</a:t>
            </a:r>
            <a:r>
              <a:rPr lang="ko-KR" altLang="en-US" sz="1400" dirty="0"/>
              <a:t>의 “</a:t>
            </a:r>
            <a:r>
              <a:rPr lang="ko-KR" altLang="en-US" sz="1400" dirty="0" err="1"/>
              <a:t>분포”와</a:t>
            </a:r>
            <a:r>
              <a:rPr lang="ko-KR" altLang="en-US" sz="1400" dirty="0"/>
              <a:t> “반복 측정 </a:t>
            </a:r>
            <a:r>
              <a:rPr lang="ko-KR" altLang="en-US" sz="1400" dirty="0" err="1"/>
              <a:t>변동성”을</a:t>
            </a:r>
            <a:r>
              <a:rPr lang="ko-KR" altLang="en-US" sz="1400" dirty="0"/>
              <a:t> 알 수 없음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최소 </a:t>
            </a:r>
            <a:r>
              <a:rPr lang="en-US" altLang="ko-KR" sz="1400" dirty="0"/>
              <a:t>3</a:t>
            </a:r>
            <a:r>
              <a:rPr lang="ko-KR" altLang="en-US" sz="1400" dirty="0"/>
              <a:t>개의 </a:t>
            </a:r>
            <a:r>
              <a:rPr lang="en-US" altLang="ko-KR" sz="1400" dirty="0"/>
              <a:t>wafer</a:t>
            </a:r>
            <a:r>
              <a:rPr lang="ko-KR" altLang="en-US" sz="1400" dirty="0"/>
              <a:t>데이터를 활용하여 </a:t>
            </a:r>
            <a:r>
              <a:rPr lang="en-US" altLang="ko-KR" sz="1400" dirty="0"/>
              <a:t>wafer patch </a:t>
            </a:r>
            <a:r>
              <a:rPr lang="ko-KR" altLang="en-US" sz="1400" dirty="0"/>
              <a:t>값들을 합쳐 대표 절대값을 정해</a:t>
            </a:r>
            <a:r>
              <a:rPr lang="en-US" altLang="ko-KR" sz="1400" dirty="0"/>
              <a:t>Boundary threshold </a:t>
            </a:r>
            <a:r>
              <a:rPr lang="ko-KR" altLang="en-US" sz="1400" dirty="0"/>
              <a:t>정하고 </a:t>
            </a:r>
            <a:endParaRPr lang="en-US" altLang="ko-KR" sz="1400" dirty="0"/>
          </a:p>
          <a:p>
            <a:r>
              <a:rPr lang="ko-KR" altLang="en-US" sz="1400" dirty="0"/>
              <a:t>각 </a:t>
            </a:r>
            <a:r>
              <a:rPr lang="en-US" altLang="ko-KR" sz="1400" dirty="0"/>
              <a:t>wafer</a:t>
            </a:r>
            <a:r>
              <a:rPr lang="ko-KR" altLang="en-US" sz="1400" dirty="0"/>
              <a:t>의 </a:t>
            </a:r>
            <a:r>
              <a:rPr lang="en-US" altLang="ko-KR" sz="1400" dirty="0"/>
              <a:t>seed </a:t>
            </a:r>
            <a:r>
              <a:rPr lang="ko-KR" altLang="en-US" sz="1400" dirty="0"/>
              <a:t>후보에서 </a:t>
            </a:r>
            <a:r>
              <a:rPr lang="en-US" altLang="ko-KR" sz="1400" dirty="0"/>
              <a:t>local gradient/local contrast/prominence</a:t>
            </a:r>
            <a:r>
              <a:rPr lang="ko-KR" altLang="en-US" sz="1400" dirty="0"/>
              <a:t>의</a:t>
            </a:r>
            <a:r>
              <a:rPr lang="en-US" altLang="ko-KR" sz="1400" dirty="0"/>
              <a:t> </a:t>
            </a:r>
            <a:r>
              <a:rPr lang="ko-KR" altLang="en-US" sz="1400" dirty="0"/>
              <a:t>분포를 확인하여 </a:t>
            </a:r>
            <a:r>
              <a:rPr lang="en-US" altLang="ko-KR" sz="1400" dirty="0"/>
              <a:t>P95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잡는것이</a:t>
            </a:r>
            <a:r>
              <a:rPr lang="ko-KR" altLang="en-US" sz="1400" dirty="0"/>
              <a:t> 더 논리적임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6798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185C5B-77CC-6EEA-B20D-3EA80887AD12}"/>
              </a:ext>
            </a:extLst>
          </p:cNvPr>
          <p:cNvSpPr txBox="1"/>
          <p:nvPr/>
        </p:nvSpPr>
        <p:spPr>
          <a:xfrm>
            <a:off x="145003" y="859957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이후 측정 시 필요한 데이터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A0B4E-A5E5-3A29-703D-008636C9981D}"/>
              </a:ext>
            </a:extLst>
          </p:cNvPr>
          <p:cNvSpPr txBox="1"/>
          <p:nvPr/>
        </p:nvSpPr>
        <p:spPr>
          <a:xfrm>
            <a:off x="145003" y="0"/>
            <a:ext cx="28536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Conclusion</a:t>
            </a:r>
            <a:endParaRPr lang="ko-KR" altLang="en-US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C7E98-0F31-5BA2-1EE3-FD57330F34DF}"/>
              </a:ext>
            </a:extLst>
          </p:cNvPr>
          <p:cNvSpPr txBox="1"/>
          <p:nvPr/>
        </p:nvSpPr>
        <p:spPr>
          <a:xfrm>
            <a:off x="145003" y="3891226"/>
            <a:ext cx="613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시료</a:t>
            </a:r>
            <a:r>
              <a:rPr lang="en-US" altLang="ko-KR" b="1" dirty="0"/>
              <a:t> </a:t>
            </a:r>
            <a:r>
              <a:rPr lang="ko-KR" altLang="en-US" b="1" dirty="0"/>
              <a:t>공정 조건 </a:t>
            </a:r>
            <a:r>
              <a:rPr lang="en-US" altLang="ko-KR" dirty="0"/>
              <a:t>– </a:t>
            </a:r>
            <a:r>
              <a:rPr lang="ko-KR" altLang="en-US" dirty="0"/>
              <a:t>계면이 </a:t>
            </a:r>
            <a:r>
              <a:rPr lang="el-GR" altLang="ko-KR" dirty="0"/>
              <a:t>μ</a:t>
            </a:r>
            <a:r>
              <a:rPr lang="en-US" altLang="ko-KR" dirty="0"/>
              <a:t>m scale</a:t>
            </a:r>
            <a:r>
              <a:rPr lang="ko-KR" altLang="en-US" dirty="0"/>
              <a:t>기준으로 </a:t>
            </a:r>
            <a:r>
              <a:rPr lang="ko-KR" altLang="en-US" dirty="0" err="1"/>
              <a:t>깔끔해야함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60DE9-AA18-3641-6F34-FE67850B39D9}"/>
              </a:ext>
            </a:extLst>
          </p:cNvPr>
          <p:cNvSpPr txBox="1"/>
          <p:nvPr/>
        </p:nvSpPr>
        <p:spPr>
          <a:xfrm>
            <a:off x="948264" y="4447399"/>
            <a:ext cx="2724207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B050"/>
                </a:solidFill>
                <a:highlight>
                  <a:srgbClr val="FFFF00"/>
                </a:highlight>
              </a:rPr>
              <a:t>#post-anneal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</a:rPr>
              <a:t>[Furnace]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74D67-0D05-4141-A084-6020C1F4F92C}"/>
              </a:ext>
            </a:extLst>
          </p:cNvPr>
          <p:cNvSpPr txBox="1"/>
          <p:nvPr/>
        </p:nvSpPr>
        <p:spPr>
          <a:xfrm>
            <a:off x="1037098" y="4952866"/>
            <a:ext cx="3127708" cy="128528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D1) In </a:t>
            </a:r>
            <a:r>
              <a:rPr lang="en-US" altLang="ko-KR" b="1" dirty="0">
                <a:solidFill>
                  <a:srgbClr val="0070C0"/>
                </a:solidFill>
              </a:rPr>
              <a:t>0.2M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100'C</a:t>
            </a:r>
            <a:r>
              <a:rPr lang="en-US" altLang="ko-KR" b="1" dirty="0"/>
              <a:t> 1h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D2) In </a:t>
            </a:r>
            <a:r>
              <a:rPr lang="en-US" altLang="ko-KR" b="1" dirty="0">
                <a:solidFill>
                  <a:srgbClr val="0070C0"/>
                </a:solidFill>
              </a:rPr>
              <a:t>0.2M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350'C</a:t>
            </a:r>
            <a:r>
              <a:rPr lang="en-US" altLang="ko-KR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D3) In </a:t>
            </a:r>
            <a:r>
              <a:rPr lang="en-US" altLang="ko-KR" b="1" dirty="0">
                <a:solidFill>
                  <a:srgbClr val="0070C0"/>
                </a:solidFill>
              </a:rPr>
              <a:t>0.2M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600'C</a:t>
            </a:r>
            <a:r>
              <a:rPr lang="en-US" altLang="ko-KR" b="1" dirty="0"/>
              <a:t> 1h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A8ADC04-B65C-79B1-1DBA-A0CE41026768}"/>
              </a:ext>
            </a:extLst>
          </p:cNvPr>
          <p:cNvSpPr/>
          <p:nvPr/>
        </p:nvSpPr>
        <p:spPr>
          <a:xfrm>
            <a:off x="4134288" y="5367481"/>
            <a:ext cx="781546" cy="123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9B518-0C6A-FD0B-456C-080E59451FBA}"/>
              </a:ext>
            </a:extLst>
          </p:cNvPr>
          <p:cNvSpPr txBox="1"/>
          <p:nvPr/>
        </p:nvSpPr>
        <p:spPr>
          <a:xfrm>
            <a:off x="3841532" y="5559410"/>
            <a:ext cx="1390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계면 잘 안 나올 경우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F68271-CD90-E1D5-F6E4-4FEE2A9D7849}"/>
              </a:ext>
            </a:extLst>
          </p:cNvPr>
          <p:cNvSpPr txBox="1"/>
          <p:nvPr/>
        </p:nvSpPr>
        <p:spPr>
          <a:xfrm>
            <a:off x="5531864" y="4948284"/>
            <a:ext cx="3127708" cy="128528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D4) In </a:t>
            </a:r>
            <a:r>
              <a:rPr lang="en-US" altLang="ko-KR" b="1" dirty="0">
                <a:solidFill>
                  <a:srgbClr val="0070C0"/>
                </a:solidFill>
              </a:rPr>
              <a:t>0.3M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100'C</a:t>
            </a:r>
            <a:r>
              <a:rPr lang="en-US" altLang="ko-KR" b="1" dirty="0"/>
              <a:t> 1h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D5) In </a:t>
            </a:r>
            <a:r>
              <a:rPr lang="en-US" altLang="ko-KR" b="1" dirty="0">
                <a:solidFill>
                  <a:srgbClr val="0070C0"/>
                </a:solidFill>
              </a:rPr>
              <a:t>0.3M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350'C</a:t>
            </a:r>
            <a:r>
              <a:rPr lang="en-US" altLang="ko-KR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D6) In </a:t>
            </a:r>
            <a:r>
              <a:rPr lang="en-US" altLang="ko-KR" b="1" dirty="0">
                <a:solidFill>
                  <a:srgbClr val="0070C0"/>
                </a:solidFill>
              </a:rPr>
              <a:t>0.3M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600'C </a:t>
            </a:r>
            <a:r>
              <a:rPr lang="en-US" altLang="ko-KR" b="1" dirty="0"/>
              <a:t>1h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97A248-A4A0-0271-8832-3AE8DCDC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93" t="44203" r="28313" b="23269"/>
          <a:stretch/>
        </p:blipFill>
        <p:spPr>
          <a:xfrm>
            <a:off x="1293155" y="1226995"/>
            <a:ext cx="2743837" cy="273075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AA92284-ABC6-6DE2-E212-C943B8D00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7648"/>
          <a:stretch/>
        </p:blipFill>
        <p:spPr>
          <a:xfrm>
            <a:off x="4890315" y="1505252"/>
            <a:ext cx="2283946" cy="9391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B7CE29-D09E-178C-7667-6D9A453D3788}"/>
              </a:ext>
            </a:extLst>
          </p:cNvPr>
          <p:cNvSpPr txBox="1"/>
          <p:nvPr/>
        </p:nvSpPr>
        <p:spPr>
          <a:xfrm>
            <a:off x="4779648" y="2571899"/>
            <a:ext cx="3365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픽셀 수 </a:t>
            </a:r>
            <a:r>
              <a:rPr lang="en-US" altLang="ko-KR" sz="1200" b="1" dirty="0"/>
              <a:t>512X512</a:t>
            </a:r>
            <a:r>
              <a:rPr lang="ko-KR" altLang="en-US" sz="1200" b="1" dirty="0"/>
              <a:t>에서 </a:t>
            </a:r>
            <a:r>
              <a:rPr lang="en-US" altLang="ko-KR" sz="1200" b="1" dirty="0"/>
              <a:t>1024 × 1024</a:t>
            </a:r>
            <a:r>
              <a:rPr lang="ko-KR" altLang="en-US" sz="1200" b="1" dirty="0"/>
              <a:t>로 키우기</a:t>
            </a:r>
            <a:endParaRPr lang="en-US" altLang="ko-KR" sz="1200" b="1" dirty="0"/>
          </a:p>
          <a:p>
            <a:endParaRPr lang="en-US" altLang="ko-KR" sz="1200" dirty="0"/>
          </a:p>
          <a:p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512×512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픽셀 크기 약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5.86 nm/pixel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1200" b="1" dirty="0"/>
              <a:t>1024×1024</a:t>
            </a:r>
            <a:r>
              <a:rPr lang="ko-KR" altLang="en-US" sz="1200" dirty="0"/>
              <a:t> → 픽셀 크기 약 </a:t>
            </a:r>
            <a:r>
              <a:rPr lang="en-US" altLang="ko-KR" sz="1200" b="1" dirty="0"/>
              <a:t>2.93 nm/pixel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D8BC39-294E-79B3-EB05-F23BDA33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5" t="485" r="48594" b="22716"/>
          <a:stretch/>
        </p:blipFill>
        <p:spPr>
          <a:xfrm>
            <a:off x="8659572" y="1166780"/>
            <a:ext cx="2859682" cy="281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E16AC-1C57-4FC7-FA6A-01FDB2F7A1F5}"/>
              </a:ext>
            </a:extLst>
          </p:cNvPr>
          <p:cNvSpPr txBox="1"/>
          <p:nvPr/>
        </p:nvSpPr>
        <p:spPr>
          <a:xfrm>
            <a:off x="9569879" y="1044623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err="1"/>
              <a:t>TEM_top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view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43936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5F10EB-C1A6-5D6D-0B7F-404CF968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0" y="118889"/>
            <a:ext cx="3353807" cy="16736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0E1E2D-B7C6-BF33-5889-99712FF68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086" y="118889"/>
            <a:ext cx="6083795" cy="5934040"/>
          </a:xfrm>
          <a:prstGeom prst="rect">
            <a:avLst/>
          </a:prstGeom>
        </p:spPr>
      </p:pic>
      <p:sp>
        <p:nvSpPr>
          <p:cNvPr id="8" name="오른쪽 대괄호 7">
            <a:extLst>
              <a:ext uri="{FF2B5EF4-FFF2-40B4-BE49-F238E27FC236}">
                <a16:creationId xmlns:a16="http://schemas.microsoft.com/office/drawing/2014/main" id="{EDB3B5C5-19E7-BC60-5A38-151220981838}"/>
              </a:ext>
            </a:extLst>
          </p:cNvPr>
          <p:cNvSpPr/>
          <p:nvPr/>
        </p:nvSpPr>
        <p:spPr>
          <a:xfrm>
            <a:off x="7047182" y="1143000"/>
            <a:ext cx="102917" cy="920750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39577-C8EA-4CB4-5ADA-3B72DC1A4735}"/>
              </a:ext>
            </a:extLst>
          </p:cNvPr>
          <p:cNvSpPr txBox="1"/>
          <p:nvPr/>
        </p:nvSpPr>
        <p:spPr>
          <a:xfrm>
            <a:off x="7150099" y="1143000"/>
            <a:ext cx="2169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코드는 </a:t>
            </a:r>
            <a:r>
              <a:rPr lang="en-US" altLang="ko-KR" sz="1000" dirty="0"/>
              <a:t>Pixel </a:t>
            </a:r>
            <a:r>
              <a:rPr lang="ko-KR" altLang="en-US" sz="1000" dirty="0"/>
              <a:t>단위로 계산하기 때문</a:t>
            </a:r>
          </a:p>
          <a:p>
            <a:r>
              <a:rPr lang="en-US" altLang="ko-KR" sz="1000" dirty="0"/>
              <a:t>8 nm -&gt;1.37 pixel</a:t>
            </a:r>
            <a:r>
              <a:rPr lang="ko-KR" altLang="en-US" sz="1000" dirty="0"/>
              <a:t>로 변환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92D53F-A9A3-2AB6-F1C2-EA43DDBF423B}"/>
              </a:ext>
            </a:extLst>
          </p:cNvPr>
          <p:cNvSpPr txBox="1"/>
          <p:nvPr/>
        </p:nvSpPr>
        <p:spPr>
          <a:xfrm>
            <a:off x="7371204" y="1603375"/>
            <a:ext cx="3697023" cy="5539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문제점</a:t>
            </a:r>
            <a:endParaRPr lang="en-US" altLang="ko-KR" sz="1000" dirty="0"/>
          </a:p>
          <a:p>
            <a:r>
              <a:rPr lang="en-US" altLang="ko-KR" sz="1000" dirty="0"/>
              <a:t>-3000 nm ÷ 512 pixel=5.859 nm/pixel</a:t>
            </a:r>
          </a:p>
          <a:p>
            <a:r>
              <a:rPr lang="en-US" altLang="ko-KR" sz="1000" dirty="0"/>
              <a:t>8 nm Grain</a:t>
            </a:r>
            <a:r>
              <a:rPr lang="ko-KR" altLang="en-US" sz="1000" dirty="0"/>
              <a:t>은 너무 작아서 </a:t>
            </a:r>
            <a:r>
              <a:rPr lang="en-US" altLang="ko-KR" sz="1000" dirty="0"/>
              <a:t>Pixel </a:t>
            </a:r>
            <a:r>
              <a:rPr lang="ko-KR" altLang="en-US" sz="1000" dirty="0"/>
              <a:t>해상도의 영향</a:t>
            </a:r>
            <a:endParaRPr lang="en-US" altLang="ko-KR" sz="10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F0E5482-4114-07E9-8640-FA73888373E7}"/>
              </a:ext>
            </a:extLst>
          </p:cNvPr>
          <p:cNvCxnSpPr/>
          <p:nvPr/>
        </p:nvCxnSpPr>
        <p:spPr>
          <a:xfrm>
            <a:off x="8220547" y="3132499"/>
            <a:ext cx="4436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675E9E-8A62-0C1D-1867-3B1464BB9223}"/>
              </a:ext>
            </a:extLst>
          </p:cNvPr>
          <p:cNvSpPr txBox="1"/>
          <p:nvPr/>
        </p:nvSpPr>
        <p:spPr>
          <a:xfrm>
            <a:off x="8604188" y="3009388"/>
            <a:ext cx="46014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Wafer</a:t>
            </a:r>
            <a:r>
              <a:rPr lang="ko-KR" altLang="en-US" sz="1000" dirty="0"/>
              <a:t>보다는 </a:t>
            </a:r>
            <a:r>
              <a:rPr lang="en-US" altLang="ko-KR" sz="1000" dirty="0"/>
              <a:t>Grain</a:t>
            </a:r>
            <a:r>
              <a:rPr lang="ko-KR" altLang="en-US" sz="1000" dirty="0"/>
              <a:t>이 많지만</a:t>
            </a:r>
            <a:r>
              <a:rPr lang="en-US" altLang="ko-KR" sz="1000" dirty="0"/>
              <a:t>, </a:t>
            </a:r>
            <a:r>
              <a:rPr lang="ko-KR" altLang="en-US" sz="1000" dirty="0"/>
              <a:t>확실하게 </a:t>
            </a:r>
            <a:r>
              <a:rPr lang="en-US" altLang="ko-KR" sz="1000" dirty="0"/>
              <a:t>Grain</a:t>
            </a:r>
            <a:r>
              <a:rPr lang="ko-KR" altLang="en-US" sz="1000" dirty="0"/>
              <a:t>이 있다고 말하기도 애매한 상태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289FCDD-76E3-8899-CE79-27D403633593}"/>
              </a:ext>
            </a:extLst>
          </p:cNvPr>
          <p:cNvCxnSpPr/>
          <p:nvPr/>
        </p:nvCxnSpPr>
        <p:spPr>
          <a:xfrm>
            <a:off x="8220547" y="4546600"/>
            <a:ext cx="6504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84DF6F-861C-A0D4-9879-C22044D6DA0F}"/>
              </a:ext>
            </a:extLst>
          </p:cNvPr>
          <p:cNvSpPr txBox="1"/>
          <p:nvPr/>
        </p:nvSpPr>
        <p:spPr>
          <a:xfrm>
            <a:off x="8870950" y="4269601"/>
            <a:ext cx="50150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Forward</a:t>
            </a:r>
            <a:r>
              <a:rPr lang="ko-KR" altLang="en-US" sz="1000" dirty="0"/>
              <a:t>에서 얻은 </a:t>
            </a:r>
            <a:r>
              <a:rPr lang="en-US" altLang="ko-KR" sz="1000" dirty="0"/>
              <a:t>Boundary</a:t>
            </a:r>
            <a:r>
              <a:rPr lang="ko-KR" altLang="en-US" sz="1000" dirty="0"/>
              <a:t>와 </a:t>
            </a:r>
            <a:r>
              <a:rPr lang="en-US" altLang="ko-KR" sz="1000" dirty="0"/>
              <a:t>Backward</a:t>
            </a:r>
            <a:r>
              <a:rPr lang="ko-KR" altLang="en-US" sz="1000" dirty="0"/>
              <a:t>에서 얻은 </a:t>
            </a:r>
            <a:r>
              <a:rPr lang="en-US" altLang="ko-KR" sz="1000" dirty="0"/>
              <a:t>Boundary</a:t>
            </a:r>
            <a:r>
              <a:rPr lang="ko-KR" altLang="en-US" sz="1000" dirty="0"/>
              <a:t>가 얼마나 일치하는지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현재</a:t>
            </a:r>
            <a:r>
              <a:rPr lang="en-US" altLang="ko-KR" sz="1000" dirty="0"/>
              <a:t> 0.047 Forward</a:t>
            </a:r>
            <a:r>
              <a:rPr lang="ko-KR" altLang="en-US" sz="1000" dirty="0"/>
              <a:t>와 </a:t>
            </a:r>
            <a:r>
              <a:rPr lang="en-US" altLang="ko-KR" sz="1000" dirty="0"/>
              <a:t>Backward</a:t>
            </a:r>
            <a:r>
              <a:rPr lang="ko-KR" altLang="en-US" sz="1000" dirty="0"/>
              <a:t>의 </a:t>
            </a:r>
            <a:r>
              <a:rPr lang="en-US" altLang="ko-KR" sz="1000" dirty="0"/>
              <a:t>Boundary</a:t>
            </a:r>
            <a:r>
              <a:rPr lang="ko-KR" altLang="en-US" sz="1000" dirty="0"/>
              <a:t>가 많이 다르다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97EA7-8FAC-5A0A-573A-46B6D277BDBE}"/>
              </a:ext>
            </a:extLst>
          </p:cNvPr>
          <p:cNvSpPr txBox="1"/>
          <p:nvPr/>
        </p:nvSpPr>
        <p:spPr>
          <a:xfrm>
            <a:off x="6831454" y="2351048"/>
            <a:ext cx="69437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Wafer</a:t>
            </a:r>
            <a:r>
              <a:rPr lang="ko-KR" altLang="en-US" sz="1000" dirty="0"/>
              <a:t>에서 만든 </a:t>
            </a:r>
            <a:r>
              <a:rPr lang="en-US" altLang="ko-KR" sz="1000" dirty="0"/>
              <a:t>Threshold </a:t>
            </a:r>
            <a:r>
              <a:rPr lang="ko-KR" altLang="en-US" sz="1000" dirty="0"/>
              <a:t>적용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7F93B20-A313-18BB-756A-6A28C3A1958A}"/>
              </a:ext>
            </a:extLst>
          </p:cNvPr>
          <p:cNvCxnSpPr/>
          <p:nvPr/>
        </p:nvCxnSpPr>
        <p:spPr>
          <a:xfrm>
            <a:off x="6502400" y="2502393"/>
            <a:ext cx="3111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6B6813-B04F-CFD4-169A-5529ADCC4682}"/>
              </a:ext>
            </a:extLst>
          </p:cNvPr>
          <p:cNvSpPr txBox="1"/>
          <p:nvPr/>
        </p:nvSpPr>
        <p:spPr>
          <a:xfrm>
            <a:off x="8826767" y="2536729"/>
            <a:ext cx="18261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Boundary </a:t>
            </a:r>
            <a:r>
              <a:rPr lang="ko-KR" altLang="en-US" sz="1000" dirty="0"/>
              <a:t>생성 </a:t>
            </a:r>
            <a:r>
              <a:rPr lang="en-US" altLang="ko-KR" sz="1000" dirty="0"/>
              <a:t>(16316 pixel)</a:t>
            </a:r>
            <a:endParaRPr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F82D9E1-A082-A261-E5B0-55D8BB26DA6E}"/>
              </a:ext>
            </a:extLst>
          </p:cNvPr>
          <p:cNvCxnSpPr/>
          <p:nvPr/>
        </p:nvCxnSpPr>
        <p:spPr>
          <a:xfrm>
            <a:off x="8501565" y="2673464"/>
            <a:ext cx="3252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D41D85D-121E-21A6-A552-213C3AEDD9B0}"/>
              </a:ext>
            </a:extLst>
          </p:cNvPr>
          <p:cNvCxnSpPr/>
          <p:nvPr/>
        </p:nvCxnSpPr>
        <p:spPr>
          <a:xfrm>
            <a:off x="4113400" y="2565304"/>
            <a:ext cx="22588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6104FE7-E67C-2480-6F37-9D2E058AD7D6}"/>
              </a:ext>
            </a:extLst>
          </p:cNvPr>
          <p:cNvCxnSpPr>
            <a:cxnSpLocks/>
          </p:cNvCxnSpPr>
          <p:nvPr/>
        </p:nvCxnSpPr>
        <p:spPr>
          <a:xfrm>
            <a:off x="4180075" y="3203479"/>
            <a:ext cx="39688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B75532E-C0D4-7290-C9B2-531395AF2CA8}"/>
              </a:ext>
            </a:extLst>
          </p:cNvPr>
          <p:cNvCxnSpPr>
            <a:cxnSpLocks/>
          </p:cNvCxnSpPr>
          <p:nvPr/>
        </p:nvCxnSpPr>
        <p:spPr>
          <a:xfrm>
            <a:off x="4113400" y="4613179"/>
            <a:ext cx="3963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08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135AD1D-516E-B16C-AA6E-02B06907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4" y="102325"/>
            <a:ext cx="4118691" cy="40328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ECC3C40-2C96-B9AE-9351-36ABA2ED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779" y="102325"/>
            <a:ext cx="6083795" cy="593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1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3852599-1836-C6A6-7A13-2C45D7DB0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828" y="131192"/>
            <a:ext cx="3058308" cy="30839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F48D747-1615-A73D-D5D8-CDCE668C0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828" y="3777119"/>
            <a:ext cx="3212423" cy="29496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1F7176-EF6D-71BF-B4C9-3583F9A10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29" y="157296"/>
            <a:ext cx="2954830" cy="297960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6D5B14-F71C-FF0F-A2E6-4EA2B0B06B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3996"/>
            <a:ext cx="3282460" cy="30140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06542B-04EC-F11B-C56E-64301BBBD00C}"/>
              </a:ext>
            </a:extLst>
          </p:cNvPr>
          <p:cNvSpPr txBox="1"/>
          <p:nvPr/>
        </p:nvSpPr>
        <p:spPr>
          <a:xfrm>
            <a:off x="2803832" y="4843166"/>
            <a:ext cx="38647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r>
              <a:rPr lang="ko-KR" altLang="en-US" sz="1200" dirty="0"/>
              <a:t>축 </a:t>
            </a:r>
            <a:r>
              <a:rPr lang="en-US" altLang="ko-KR" sz="1200" dirty="0"/>
              <a:t>- Forward boundary-Backward boundary</a:t>
            </a:r>
            <a:r>
              <a:rPr lang="ko-KR" altLang="en-US" sz="1200" dirty="0"/>
              <a:t>와 비교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Boundary</a:t>
            </a:r>
            <a:r>
              <a:rPr lang="ko-KR" altLang="en-US" sz="1200" dirty="0"/>
              <a:t>가</a:t>
            </a:r>
            <a:r>
              <a:rPr lang="en-US" altLang="ko-KR" sz="1200" dirty="0"/>
              <a:t>Forward</a:t>
            </a:r>
            <a:r>
              <a:rPr lang="ko-KR" altLang="en-US" sz="1200" dirty="0"/>
              <a:t>에서도</a:t>
            </a:r>
            <a:r>
              <a:rPr lang="en-US" altLang="ko-KR" sz="1200" dirty="0"/>
              <a:t>Backward</a:t>
            </a:r>
            <a:r>
              <a:rPr lang="ko-KR" altLang="en-US" sz="1200" dirty="0"/>
              <a:t>에서도</a:t>
            </a:r>
          </a:p>
          <a:p>
            <a:r>
              <a:rPr lang="ko-KR" altLang="en-US" sz="1200" dirty="0"/>
              <a:t> 동일하게 나오면</a:t>
            </a:r>
            <a:r>
              <a:rPr lang="en-US" altLang="ko-KR" sz="1200" dirty="0"/>
              <a:t>-&gt;1</a:t>
            </a:r>
          </a:p>
          <a:p>
            <a:r>
              <a:rPr lang="ko-KR" altLang="en-US" sz="1200" dirty="0"/>
              <a:t> 완전히 다르면</a:t>
            </a:r>
            <a:r>
              <a:rPr lang="en-US" altLang="ko-KR" sz="1200" dirty="0"/>
              <a:t>-&gt;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065F-D36E-0921-475D-A5202FF73531}"/>
              </a:ext>
            </a:extLst>
          </p:cNvPr>
          <p:cNvSpPr txBox="1"/>
          <p:nvPr/>
        </p:nvSpPr>
        <p:spPr>
          <a:xfrm>
            <a:off x="174829" y="3078097"/>
            <a:ext cx="679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Phase</a:t>
            </a:r>
            <a:r>
              <a:rPr lang="ko-KR" altLang="en-US" sz="1200" dirty="0"/>
              <a:t>텍스트 데이터</a:t>
            </a:r>
            <a:r>
              <a:rPr lang="en-US" altLang="ko-KR" sz="1200" dirty="0">
                <a:solidFill>
                  <a:srgbClr val="C00000"/>
                </a:solidFill>
              </a:rPr>
              <a:t>-&gt;</a:t>
            </a:r>
            <a:r>
              <a:rPr lang="ko-KR" altLang="en-US" sz="1200" dirty="0"/>
              <a:t>주변 픽셀과 </a:t>
            </a:r>
            <a:r>
              <a:rPr lang="ko-KR" altLang="en-US" sz="1200" dirty="0" err="1"/>
              <a:t>바교하여</a:t>
            </a:r>
            <a:r>
              <a:rPr lang="ko-KR" altLang="en-US" sz="1200" dirty="0"/>
              <a:t> 급하게 변하는 부분</a:t>
            </a:r>
            <a:r>
              <a:rPr lang="en-US" altLang="ko-KR" sz="1200" dirty="0"/>
              <a:t>(gradient:</a:t>
            </a:r>
            <a:r>
              <a:rPr lang="ko-KR" altLang="en-US" sz="1200" dirty="0"/>
              <a:t>변화정도</a:t>
            </a:r>
            <a:r>
              <a:rPr lang="en-US" altLang="ko-KR" sz="1200" dirty="0"/>
              <a:t>)</a:t>
            </a:r>
            <a:r>
              <a:rPr lang="en-US" altLang="ko-KR" sz="1200" dirty="0">
                <a:solidFill>
                  <a:srgbClr val="C00000"/>
                </a:solidFill>
              </a:rPr>
              <a:t>-&gt;</a:t>
            </a:r>
            <a:r>
              <a:rPr lang="en-US" altLang="ko-KR" sz="1200" dirty="0"/>
              <a:t>Boundary</a:t>
            </a:r>
          </a:p>
          <a:p>
            <a:endParaRPr lang="en-US" altLang="ko-KR" sz="1200" dirty="0"/>
          </a:p>
          <a:p>
            <a:r>
              <a:rPr lang="ko-KR" altLang="en-US" sz="1200" dirty="0"/>
              <a:t>붉은 부분</a:t>
            </a:r>
            <a:r>
              <a:rPr lang="en-US" altLang="ko-KR" sz="1200" dirty="0"/>
              <a:t>-Phase </a:t>
            </a:r>
            <a:r>
              <a:rPr lang="ko-KR" altLang="en-US" sz="1200" dirty="0"/>
              <a:t>변화량이 </a:t>
            </a:r>
            <a:r>
              <a:rPr lang="en-US" altLang="ko-KR" sz="1200" dirty="0"/>
              <a:t>Wafer</a:t>
            </a:r>
            <a:r>
              <a:rPr lang="ko-KR" altLang="en-US" sz="1200" dirty="0"/>
              <a:t>보다 큰 위치</a:t>
            </a:r>
            <a:r>
              <a:rPr lang="en-US" altLang="ko-KR" sz="1200" dirty="0"/>
              <a:t>[gradient ≥ threshold]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6623D-3E82-3DAF-D503-8472A1946BAA}"/>
              </a:ext>
            </a:extLst>
          </p:cNvPr>
          <p:cNvSpPr txBox="1"/>
          <p:nvPr/>
        </p:nvSpPr>
        <p:spPr>
          <a:xfrm>
            <a:off x="7124334" y="3094326"/>
            <a:ext cx="557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Boundary -&gt; Boundary </a:t>
            </a:r>
            <a:r>
              <a:rPr lang="ko-KR" altLang="en-US" sz="1200" dirty="0"/>
              <a:t>주변은 </a:t>
            </a:r>
            <a:r>
              <a:rPr lang="en-US" altLang="ko-KR" sz="1200" dirty="0"/>
              <a:t>seed </a:t>
            </a:r>
            <a:r>
              <a:rPr lang="ko-KR" altLang="en-US" sz="1200" dirty="0"/>
              <a:t>금지 </a:t>
            </a:r>
            <a:r>
              <a:rPr lang="en-US" altLang="ko-KR" sz="1200" dirty="0"/>
              <a:t>-&gt;</a:t>
            </a:r>
            <a:r>
              <a:rPr lang="ko-KR" altLang="en-US" sz="1200" dirty="0"/>
              <a:t> </a:t>
            </a:r>
            <a:r>
              <a:rPr lang="en-US" altLang="ko-KR" sz="1200" dirty="0"/>
              <a:t>plateau</a:t>
            </a:r>
            <a:r>
              <a:rPr lang="ko-KR" altLang="en-US" sz="1200" dirty="0"/>
              <a:t>만 남김 </a:t>
            </a:r>
            <a:r>
              <a:rPr lang="en-US" altLang="ko-KR" sz="1200" dirty="0"/>
              <a:t>-&gt;</a:t>
            </a:r>
            <a:r>
              <a:rPr lang="ko-KR" altLang="en-US" sz="1200" dirty="0"/>
              <a:t> </a:t>
            </a:r>
            <a:r>
              <a:rPr lang="en-US" altLang="ko-KR" sz="1200" dirty="0"/>
              <a:t>Seed </a:t>
            </a:r>
            <a:r>
              <a:rPr lang="ko-KR" altLang="en-US" sz="1200" dirty="0"/>
              <a:t>생성 </a:t>
            </a:r>
            <a:r>
              <a:rPr lang="en-US" altLang="ko-KR" sz="1200" dirty="0"/>
              <a:t>-&gt;</a:t>
            </a: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Watershed -&gt; Wafer feature filtering -&gt; Size filtering -&gt; </a:t>
            </a:r>
            <a:r>
              <a:rPr lang="ko-KR" altLang="en-US" sz="1200" dirty="0"/>
              <a:t>최종 </a:t>
            </a:r>
            <a:r>
              <a:rPr lang="en-US" altLang="ko-KR" sz="1200" dirty="0"/>
              <a:t>Grain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5956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64E43-C2CA-A266-0403-F394837C9AD5}"/>
              </a:ext>
            </a:extLst>
          </p:cNvPr>
          <p:cNvSpPr txBox="1"/>
          <p:nvPr/>
        </p:nvSpPr>
        <p:spPr>
          <a:xfrm>
            <a:off x="76200" y="108846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In_0.11M_350’C [</a:t>
            </a:r>
            <a:r>
              <a:rPr lang="ko-KR" altLang="en-US" b="1" dirty="0"/>
              <a:t>최적 기준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09665-63F2-DD2D-A07C-72C298BE28BF}"/>
              </a:ext>
            </a:extLst>
          </p:cNvPr>
          <p:cNvSpPr txBox="1"/>
          <p:nvPr/>
        </p:nvSpPr>
        <p:spPr>
          <a:xfrm>
            <a:off x="76200" y="3769661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In_0.2M_200’C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9F8C55-B810-06AE-E107-835117DD5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4"/>
          <a:stretch/>
        </p:blipFill>
        <p:spPr>
          <a:xfrm>
            <a:off x="0" y="386080"/>
            <a:ext cx="12192000" cy="3383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4B78C0-D21B-BD7A-74CC-5136D2328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4"/>
          <a:stretch/>
        </p:blipFill>
        <p:spPr>
          <a:xfrm>
            <a:off x="0" y="4046895"/>
            <a:ext cx="12192000" cy="3383581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7997565C-CC0C-7CB7-2AAC-A7BB66337134}"/>
              </a:ext>
            </a:extLst>
          </p:cNvPr>
          <p:cNvSpPr/>
          <p:nvPr/>
        </p:nvSpPr>
        <p:spPr>
          <a:xfrm>
            <a:off x="10756178" y="436507"/>
            <a:ext cx="1428750" cy="6937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B12642E-9186-F2AE-2D95-15B6C6D405CF}"/>
              </a:ext>
            </a:extLst>
          </p:cNvPr>
          <p:cNvSpPr/>
          <p:nvPr/>
        </p:nvSpPr>
        <p:spPr>
          <a:xfrm>
            <a:off x="10763250" y="4075088"/>
            <a:ext cx="1428750" cy="6937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3AE4F-4D77-91DA-4A08-F324E5D83911}"/>
              </a:ext>
            </a:extLst>
          </p:cNvPr>
          <p:cNvSpPr txBox="1"/>
          <p:nvPr/>
        </p:nvSpPr>
        <p:spPr>
          <a:xfrm>
            <a:off x="9271577" y="1385284"/>
            <a:ext cx="2983345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문제점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/>
              <a:t>각 공정별 소자 데이터 분석 값에 차이가 없음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66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783</Words>
  <Application>Microsoft Office PowerPoint</Application>
  <PresentationFormat>와이드스크린</PresentationFormat>
  <Paragraphs>116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Anthropic Sans</vt:lpstr>
      <vt:lpstr>Arial</vt:lpstr>
      <vt:lpstr>Wingdings</vt:lpstr>
      <vt:lpstr>맑은 고딕</vt:lpstr>
      <vt:lpstr>Office 테마</vt:lpstr>
      <vt:lpstr>AFM python 코드 구현_v2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조민주</dc:creator>
  <cp:lastModifiedBy>조민주</cp:lastModifiedBy>
  <cp:revision>1</cp:revision>
  <dcterms:created xsi:type="dcterms:W3CDTF">2026-07-22T07:13:30Z</dcterms:created>
  <dcterms:modified xsi:type="dcterms:W3CDTF">2026-07-23T04:25:54Z</dcterms:modified>
</cp:coreProperties>
</file>
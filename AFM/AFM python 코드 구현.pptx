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831AC-C07E-4FD2-9822-63A351220356}" v="41" dt="2026-07-21T04:07:06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07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민주" userId="275d7e43-ea77-4ff6-9f77-0d62cec19855" providerId="ADAL" clId="{B29831AC-C07E-4FD2-9822-63A351220356}"/>
    <pc:docChg chg="undo custSel addSld delSld modSld sldOrd">
      <pc:chgData name="조민주" userId="275d7e43-ea77-4ff6-9f77-0d62cec19855" providerId="ADAL" clId="{B29831AC-C07E-4FD2-9822-63A351220356}" dt="2026-07-22T18:22:19.498" v="1676" actId="47"/>
      <pc:docMkLst>
        <pc:docMk/>
      </pc:docMkLst>
      <pc:sldChg chg="addSp delSp modSp mod">
        <pc:chgData name="조민주" userId="275d7e43-ea77-4ff6-9f77-0d62cec19855" providerId="ADAL" clId="{B29831AC-C07E-4FD2-9822-63A351220356}" dt="2026-07-10T10:29:07.609" v="117"/>
        <pc:sldMkLst>
          <pc:docMk/>
          <pc:sldMk cId="1885303604" sldId="256"/>
        </pc:sldMkLst>
        <pc:spChg chg="add del mod">
          <ac:chgData name="조민주" userId="275d7e43-ea77-4ff6-9f77-0d62cec19855" providerId="ADAL" clId="{B29831AC-C07E-4FD2-9822-63A351220356}" dt="2026-07-10T10:29:07.609" v="117"/>
          <ac:spMkLst>
            <pc:docMk/>
            <pc:sldMk cId="1885303604" sldId="256"/>
            <ac:spMk id="3" creationId="{C4B6B4FC-1814-B9F0-CC51-DF9E88296AC4}"/>
          </ac:spMkLst>
        </pc:spChg>
      </pc:sldChg>
      <pc:sldChg chg="modSp mod">
        <pc:chgData name="조민주" userId="275d7e43-ea77-4ff6-9f77-0d62cec19855" providerId="ADAL" clId="{B29831AC-C07E-4FD2-9822-63A351220356}" dt="2026-07-10T10:28:08.969" v="113" actId="20577"/>
        <pc:sldMkLst>
          <pc:docMk/>
          <pc:sldMk cId="974980748" sldId="257"/>
        </pc:sldMkLst>
        <pc:spChg chg="mod">
          <ac:chgData name="조민주" userId="275d7e43-ea77-4ff6-9f77-0d62cec19855" providerId="ADAL" clId="{B29831AC-C07E-4FD2-9822-63A351220356}" dt="2026-07-10T10:28:08.969" v="113" actId="20577"/>
          <ac:spMkLst>
            <pc:docMk/>
            <pc:sldMk cId="974980748" sldId="257"/>
            <ac:spMk id="5" creationId="{A499E576-8374-8684-7167-296BEF5487BB}"/>
          </ac:spMkLst>
        </pc:spChg>
      </pc:sldChg>
      <pc:sldChg chg="addSp delSp modSp mod ord">
        <pc:chgData name="조민주" userId="275d7e43-ea77-4ff6-9f77-0d62cec19855" providerId="ADAL" clId="{B29831AC-C07E-4FD2-9822-63A351220356}" dt="2026-07-22T07:10:23.750" v="1668"/>
        <pc:sldMkLst>
          <pc:docMk/>
          <pc:sldMk cId="3976909823" sldId="258"/>
        </pc:sldMkLst>
        <pc:spChg chg="add del">
          <ac:chgData name="조민주" userId="275d7e43-ea77-4ff6-9f77-0d62cec19855" providerId="ADAL" clId="{B29831AC-C07E-4FD2-9822-63A351220356}" dt="2026-07-21T01:12:52.445" v="138" actId="21"/>
          <ac:spMkLst>
            <pc:docMk/>
            <pc:sldMk cId="3976909823" sldId="258"/>
            <ac:spMk id="9" creationId="{326E6ED5-12E7-530B-69E0-70C6A3FFB5D1}"/>
          </ac:spMkLst>
        </pc:spChg>
        <pc:spChg chg="mod">
          <ac:chgData name="조민주" userId="275d7e43-ea77-4ff6-9f77-0d62cec19855" providerId="ADAL" clId="{B29831AC-C07E-4FD2-9822-63A351220356}" dt="2026-07-15T03:37:05.333" v="118" actId="1076"/>
          <ac:spMkLst>
            <pc:docMk/>
            <pc:sldMk cId="3976909823" sldId="258"/>
            <ac:spMk id="14" creationId="{EB45C2AC-D237-69FD-D11C-63ABB0D6C5AD}"/>
          </ac:spMkLst>
        </pc:spChg>
      </pc:sldChg>
      <pc:sldChg chg="add del ord">
        <pc:chgData name="조민주" userId="275d7e43-ea77-4ff6-9f77-0d62cec19855" providerId="ADAL" clId="{B29831AC-C07E-4FD2-9822-63A351220356}" dt="2026-07-21T01:12:29.047" v="133" actId="47"/>
        <pc:sldMkLst>
          <pc:docMk/>
          <pc:sldMk cId="340573881" sldId="262"/>
        </pc:sldMkLst>
      </pc:sldChg>
      <pc:sldChg chg="del">
        <pc:chgData name="조민주" userId="275d7e43-ea77-4ff6-9f77-0d62cec19855" providerId="ADAL" clId="{B29831AC-C07E-4FD2-9822-63A351220356}" dt="2026-07-10T10:24:22.848" v="0" actId="47"/>
        <pc:sldMkLst>
          <pc:docMk/>
          <pc:sldMk cId="434205621" sldId="262"/>
        </pc:sldMkLst>
      </pc:sldChg>
      <pc:sldChg chg="add del">
        <pc:chgData name="조민주" userId="275d7e43-ea77-4ff6-9f77-0d62cec19855" providerId="ADAL" clId="{B29831AC-C07E-4FD2-9822-63A351220356}" dt="2026-07-21T01:12:29.047" v="133" actId="47"/>
        <pc:sldMkLst>
          <pc:docMk/>
          <pc:sldMk cId="4114801694" sldId="263"/>
        </pc:sldMkLst>
      </pc:sldChg>
      <pc:sldChg chg="add del">
        <pc:chgData name="조민주" userId="275d7e43-ea77-4ff6-9f77-0d62cec19855" providerId="ADAL" clId="{B29831AC-C07E-4FD2-9822-63A351220356}" dt="2026-07-21T01:12:29.047" v="133" actId="47"/>
        <pc:sldMkLst>
          <pc:docMk/>
          <pc:sldMk cId="30547128" sldId="264"/>
        </pc:sldMkLst>
      </pc:sldChg>
      <pc:sldChg chg="add del">
        <pc:chgData name="조민주" userId="275d7e43-ea77-4ff6-9f77-0d62cec19855" providerId="ADAL" clId="{B29831AC-C07E-4FD2-9822-63A351220356}" dt="2026-07-21T01:12:29.047" v="133" actId="47"/>
        <pc:sldMkLst>
          <pc:docMk/>
          <pc:sldMk cId="1495816133" sldId="265"/>
        </pc:sldMkLst>
      </pc:sldChg>
      <pc:sldChg chg="addSp delSp modSp new del mod">
        <pc:chgData name="조민주" userId="275d7e43-ea77-4ff6-9f77-0d62cec19855" providerId="ADAL" clId="{B29831AC-C07E-4FD2-9822-63A351220356}" dt="2026-07-21T01:34:29.911" v="475" actId="47"/>
        <pc:sldMkLst>
          <pc:docMk/>
          <pc:sldMk cId="1438682273" sldId="266"/>
        </pc:sldMkLst>
        <pc:spChg chg="del">
          <ac:chgData name="조민주" userId="275d7e43-ea77-4ff6-9f77-0d62cec19855" providerId="ADAL" clId="{B29831AC-C07E-4FD2-9822-63A351220356}" dt="2026-07-16T05:16:26.765" v="121" actId="478"/>
          <ac:spMkLst>
            <pc:docMk/>
            <pc:sldMk cId="1438682273" sldId="266"/>
            <ac:spMk id="2" creationId="{BABFA612-BF7A-FE94-8F89-60B4B68C2B9D}"/>
          </ac:spMkLst>
        </pc:spChg>
        <pc:spChg chg="del">
          <ac:chgData name="조민주" userId="275d7e43-ea77-4ff6-9f77-0d62cec19855" providerId="ADAL" clId="{B29831AC-C07E-4FD2-9822-63A351220356}" dt="2026-07-16T05:16:26.765" v="121" actId="478"/>
          <ac:spMkLst>
            <pc:docMk/>
            <pc:sldMk cId="1438682273" sldId="266"/>
            <ac:spMk id="3" creationId="{CF16FC2B-CD63-F3AB-1CE2-2CCF27D5E70F}"/>
          </ac:spMkLst>
        </pc:spChg>
        <pc:spChg chg="add mod">
          <ac:chgData name="조민주" userId="275d7e43-ea77-4ff6-9f77-0d62cec19855" providerId="ADAL" clId="{B29831AC-C07E-4FD2-9822-63A351220356}" dt="2026-07-16T05:33:17.246" v="130"/>
          <ac:spMkLst>
            <pc:docMk/>
            <pc:sldMk cId="1438682273" sldId="266"/>
            <ac:spMk id="4" creationId="{9135EE08-E2FC-CD29-B3CE-09B1DF07617D}"/>
          </ac:spMkLst>
        </pc:sp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522664464" sldId="267"/>
        </pc:sldMkLst>
        <pc:spChg chg="del">
          <ac:chgData name="조민주" userId="275d7e43-ea77-4ff6-9f77-0d62cec19855" providerId="ADAL" clId="{B29831AC-C07E-4FD2-9822-63A351220356}" dt="2026-07-21T01:12:36.082" v="135" actId="478"/>
          <ac:spMkLst>
            <pc:docMk/>
            <pc:sldMk cId="522664464" sldId="267"/>
            <ac:spMk id="2" creationId="{1CE405D2-AD78-0C4A-A689-E7B63D841766}"/>
          </ac:spMkLst>
        </pc:spChg>
        <pc:spChg chg="del">
          <ac:chgData name="조민주" userId="275d7e43-ea77-4ff6-9f77-0d62cec19855" providerId="ADAL" clId="{B29831AC-C07E-4FD2-9822-63A351220356}" dt="2026-07-21T01:12:36.082" v="135" actId="478"/>
          <ac:spMkLst>
            <pc:docMk/>
            <pc:sldMk cId="522664464" sldId="267"/>
            <ac:spMk id="3" creationId="{76D9DCB9-CD22-811F-1D37-A3DCDC163EF9}"/>
          </ac:spMkLst>
        </pc:spChg>
        <pc:spChg chg="add mod">
          <ac:chgData name="조민주" userId="275d7e43-ea77-4ff6-9f77-0d62cec19855" providerId="ADAL" clId="{B29831AC-C07E-4FD2-9822-63A351220356}" dt="2026-07-21T01:12:47.949" v="136"/>
          <ac:spMkLst>
            <pc:docMk/>
            <pc:sldMk cId="522664464" sldId="267"/>
            <ac:spMk id="4" creationId="{3F164E43-C2CA-A266-0403-F394837C9AD5}"/>
          </ac:spMkLst>
        </pc:spChg>
        <pc:spChg chg="add mod">
          <ac:chgData name="조민주" userId="275d7e43-ea77-4ff6-9f77-0d62cec19855" providerId="ADAL" clId="{B29831AC-C07E-4FD2-9822-63A351220356}" dt="2026-07-21T01:14:08.038" v="147" actId="1076"/>
          <ac:spMkLst>
            <pc:docMk/>
            <pc:sldMk cId="522664464" sldId="267"/>
            <ac:spMk id="5" creationId="{F1609665-63F2-DD2D-A07C-72C298BE28BF}"/>
          </ac:spMkLst>
        </pc:spChg>
        <pc:spChg chg="add mod">
          <ac:chgData name="조민주" userId="275d7e43-ea77-4ff6-9f77-0d62cec19855" providerId="ADAL" clId="{B29831AC-C07E-4FD2-9822-63A351220356}" dt="2026-07-21T01:41:01.423" v="550" actId="1076"/>
          <ac:spMkLst>
            <pc:docMk/>
            <pc:sldMk cId="522664464" sldId="267"/>
            <ac:spMk id="10" creationId="{7997565C-CC0C-7CB7-2AAC-A7BB66337134}"/>
          </ac:spMkLst>
        </pc:spChg>
        <pc:spChg chg="add mod">
          <ac:chgData name="조민주" userId="275d7e43-ea77-4ff6-9f77-0d62cec19855" providerId="ADAL" clId="{B29831AC-C07E-4FD2-9822-63A351220356}" dt="2026-07-21T01:41:04.407" v="551" actId="1076"/>
          <ac:spMkLst>
            <pc:docMk/>
            <pc:sldMk cId="522664464" sldId="267"/>
            <ac:spMk id="11" creationId="{AB12642E-9186-F2AE-2D95-15B6C6D405CF}"/>
          </ac:spMkLst>
        </pc:spChg>
        <pc:spChg chg="add mod">
          <ac:chgData name="조민주" userId="275d7e43-ea77-4ff6-9f77-0d62cec19855" providerId="ADAL" clId="{B29831AC-C07E-4FD2-9822-63A351220356}" dt="2026-07-21T03:31:42.160" v="1653" actId="1076"/>
          <ac:spMkLst>
            <pc:docMk/>
            <pc:sldMk cId="522664464" sldId="267"/>
            <ac:spMk id="12" creationId="{1323AE4F-4D77-91DA-4A08-F324E5D83911}"/>
          </ac:spMkLst>
        </pc:spChg>
        <pc:picChg chg="add mod modCrop">
          <ac:chgData name="조민주" userId="275d7e43-ea77-4ff6-9f77-0d62cec19855" providerId="ADAL" clId="{B29831AC-C07E-4FD2-9822-63A351220356}" dt="2026-07-21T01:13:44.384" v="143" actId="1076"/>
          <ac:picMkLst>
            <pc:docMk/>
            <pc:sldMk cId="522664464" sldId="267"/>
            <ac:picMk id="7" creationId="{C39F8C55-B810-06AE-E107-835117DD583A}"/>
          </ac:picMkLst>
        </pc:picChg>
        <pc:picChg chg="add mod modCrop">
          <ac:chgData name="조민주" userId="275d7e43-ea77-4ff6-9f77-0d62cec19855" providerId="ADAL" clId="{B29831AC-C07E-4FD2-9822-63A351220356}" dt="2026-07-21T01:14:10.953" v="148" actId="1076"/>
          <ac:picMkLst>
            <pc:docMk/>
            <pc:sldMk cId="522664464" sldId="267"/>
            <ac:picMk id="9" creationId="{BC4B78C0-D21B-BD7A-74CC-5136D232867D}"/>
          </ac:picMkLst>
        </pc:pic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3259560805" sldId="268"/>
        </pc:sldMkLst>
        <pc:spChg chg="del">
          <ac:chgData name="조민주" userId="275d7e43-ea77-4ff6-9f77-0d62cec19855" providerId="ADAL" clId="{B29831AC-C07E-4FD2-9822-63A351220356}" dt="2026-07-21T01:14:41.704" v="150" actId="478"/>
          <ac:spMkLst>
            <pc:docMk/>
            <pc:sldMk cId="3259560805" sldId="268"/>
            <ac:spMk id="2" creationId="{39197484-1720-D559-286D-A02D1A19E853}"/>
          </ac:spMkLst>
        </pc:spChg>
        <pc:spChg chg="del">
          <ac:chgData name="조민주" userId="275d7e43-ea77-4ff6-9f77-0d62cec19855" providerId="ADAL" clId="{B29831AC-C07E-4FD2-9822-63A351220356}" dt="2026-07-21T01:14:41.704" v="150" actId="478"/>
          <ac:spMkLst>
            <pc:docMk/>
            <pc:sldMk cId="3259560805" sldId="268"/>
            <ac:spMk id="3" creationId="{49CED066-1D0E-BEF9-9004-1B647EF830E1}"/>
          </ac:spMkLst>
        </pc:spChg>
        <pc:spChg chg="add mod">
          <ac:chgData name="조민주" userId="275d7e43-ea77-4ff6-9f77-0d62cec19855" providerId="ADAL" clId="{B29831AC-C07E-4FD2-9822-63A351220356}" dt="2026-07-21T02:29:01.381" v="1163" actId="1076"/>
          <ac:spMkLst>
            <pc:docMk/>
            <pc:sldMk cId="3259560805" sldId="268"/>
            <ac:spMk id="15" creationId="{5706542B-04EC-F11B-C56E-64301BBBD00C}"/>
          </ac:spMkLst>
        </pc:spChg>
        <pc:spChg chg="add mod">
          <ac:chgData name="조민주" userId="275d7e43-ea77-4ff6-9f77-0d62cec19855" providerId="ADAL" clId="{B29831AC-C07E-4FD2-9822-63A351220356}" dt="2026-07-21T01:41:51.573" v="565" actId="1076"/>
          <ac:spMkLst>
            <pc:docMk/>
            <pc:sldMk cId="3259560805" sldId="268"/>
            <ac:spMk id="16" creationId="{4030065F-D36E-0921-475D-A5202FF73531}"/>
          </ac:spMkLst>
        </pc:spChg>
        <pc:spChg chg="add mod">
          <ac:chgData name="조민주" userId="275d7e43-ea77-4ff6-9f77-0d62cec19855" providerId="ADAL" clId="{B29831AC-C07E-4FD2-9822-63A351220356}" dt="2026-07-21T01:41:58.354" v="569" actId="1076"/>
          <ac:spMkLst>
            <pc:docMk/>
            <pc:sldMk cId="3259560805" sldId="268"/>
            <ac:spMk id="17" creationId="{BAC6623D-3E82-3DAF-D503-8472A1946BAA}"/>
          </ac:spMkLst>
        </pc:spChg>
        <pc:picChg chg="add del mod">
          <ac:chgData name="조민주" userId="275d7e43-ea77-4ff6-9f77-0d62cec19855" providerId="ADAL" clId="{B29831AC-C07E-4FD2-9822-63A351220356}" dt="2026-07-21T01:14:54.427" v="152" actId="478"/>
          <ac:picMkLst>
            <pc:docMk/>
            <pc:sldMk cId="3259560805" sldId="268"/>
            <ac:picMk id="4" creationId="{6304CC72-1086-8668-0C35-86B50402C87F}"/>
          </ac:picMkLst>
        </pc:picChg>
        <pc:picChg chg="add del mod">
          <ac:chgData name="조민주" userId="275d7e43-ea77-4ff6-9f77-0d62cec19855" providerId="ADAL" clId="{B29831AC-C07E-4FD2-9822-63A351220356}" dt="2026-07-21T01:17:00.402" v="227" actId="478"/>
          <ac:picMkLst>
            <pc:docMk/>
            <pc:sldMk cId="3259560805" sldId="268"/>
            <ac:picMk id="6" creationId="{B8CA7206-4DC6-0AF6-C4AA-DDE8D74ED4E2}"/>
          </ac:picMkLst>
        </pc:picChg>
        <pc:picChg chg="add mod">
          <ac:chgData name="조민주" userId="275d7e43-ea77-4ff6-9f77-0d62cec19855" providerId="ADAL" clId="{B29831AC-C07E-4FD2-9822-63A351220356}" dt="2026-07-21T01:41:56.369" v="568" actId="1076"/>
          <ac:picMkLst>
            <pc:docMk/>
            <pc:sldMk cId="3259560805" sldId="268"/>
            <ac:picMk id="8" creationId="{C3852599-1836-C6A6-7A13-2C45D7DB05F1}"/>
          </ac:picMkLst>
        </pc:picChg>
        <pc:picChg chg="add del mod">
          <ac:chgData name="조민주" userId="275d7e43-ea77-4ff6-9f77-0d62cec19855" providerId="ADAL" clId="{B29831AC-C07E-4FD2-9822-63A351220356}" dt="2026-07-21T01:16:36.989" v="206" actId="478"/>
          <ac:picMkLst>
            <pc:docMk/>
            <pc:sldMk cId="3259560805" sldId="268"/>
            <ac:picMk id="10" creationId="{E0C293B0-3791-FE1B-8868-C29479747570}"/>
          </ac:picMkLst>
        </pc:picChg>
        <pc:picChg chg="add mod">
          <ac:chgData name="조민주" userId="275d7e43-ea77-4ff6-9f77-0d62cec19855" providerId="ADAL" clId="{B29831AC-C07E-4FD2-9822-63A351220356}" dt="2026-07-21T01:41:54.910" v="567" actId="1076"/>
          <ac:picMkLst>
            <pc:docMk/>
            <pc:sldMk cId="3259560805" sldId="268"/>
            <ac:picMk id="12" creationId="{9F48D747-1615-A73D-D5D8-CDCE668C0738}"/>
          </ac:picMkLst>
        </pc:picChg>
        <pc:picChg chg="add mod">
          <ac:chgData name="조민주" userId="275d7e43-ea77-4ff6-9f77-0d62cec19855" providerId="ADAL" clId="{B29831AC-C07E-4FD2-9822-63A351220356}" dt="2026-07-21T01:41:28.489" v="558" actId="14100"/>
          <ac:picMkLst>
            <pc:docMk/>
            <pc:sldMk cId="3259560805" sldId="268"/>
            <ac:picMk id="13" creationId="{E81F7176-EF6D-71BF-B4C9-3583F9A106C2}"/>
          </ac:picMkLst>
        </pc:picChg>
        <pc:picChg chg="add mod">
          <ac:chgData name="조민주" userId="275d7e43-ea77-4ff6-9f77-0d62cec19855" providerId="ADAL" clId="{B29831AC-C07E-4FD2-9822-63A351220356}" dt="2026-07-21T01:41:25.514" v="557" actId="1076"/>
          <ac:picMkLst>
            <pc:docMk/>
            <pc:sldMk cId="3259560805" sldId="268"/>
            <ac:picMk id="14" creationId="{316D5B14-F71C-FF0F-A2E6-4EA2B0B06B74}"/>
          </ac:picMkLst>
        </pc:pic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3767989309" sldId="269"/>
        </pc:sldMkLst>
        <pc:spChg chg="del">
          <ac:chgData name="조민주" userId="275d7e43-ea77-4ff6-9f77-0d62cec19855" providerId="ADAL" clId="{B29831AC-C07E-4FD2-9822-63A351220356}" dt="2026-07-21T01:30:10.442" v="443" actId="478"/>
          <ac:spMkLst>
            <pc:docMk/>
            <pc:sldMk cId="3767989309" sldId="269"/>
            <ac:spMk id="2" creationId="{19F9B627-39E6-887B-DAE0-E59607846CE3}"/>
          </ac:spMkLst>
        </pc:spChg>
        <pc:spChg chg="del">
          <ac:chgData name="조민주" userId="275d7e43-ea77-4ff6-9f77-0d62cec19855" providerId="ADAL" clId="{B29831AC-C07E-4FD2-9822-63A351220356}" dt="2026-07-21T01:30:10.442" v="443" actId="478"/>
          <ac:spMkLst>
            <pc:docMk/>
            <pc:sldMk cId="3767989309" sldId="269"/>
            <ac:spMk id="3" creationId="{40C26DC3-8A0A-99B6-5D38-0C1AB06EA343}"/>
          </ac:spMkLst>
        </pc:spChg>
        <pc:spChg chg="add mod">
          <ac:chgData name="조민주" userId="275d7e43-ea77-4ff6-9f77-0d62cec19855" providerId="ADAL" clId="{B29831AC-C07E-4FD2-9822-63A351220356}" dt="2026-07-21T02:09:37.838" v="848" actId="1035"/>
          <ac:spMkLst>
            <pc:docMk/>
            <pc:sldMk cId="3767989309" sldId="269"/>
            <ac:spMk id="8" creationId="{257773DB-C6E2-F37D-EBAD-DEA0FBD969A0}"/>
          </ac:spMkLst>
        </pc:spChg>
        <pc:spChg chg="add">
          <ac:chgData name="조민주" userId="275d7e43-ea77-4ff6-9f77-0d62cec19855" providerId="ADAL" clId="{B29831AC-C07E-4FD2-9822-63A351220356}" dt="2026-07-21T01:45:50.329" v="591"/>
          <ac:spMkLst>
            <pc:docMk/>
            <pc:sldMk cId="3767989309" sldId="269"/>
            <ac:spMk id="9" creationId="{DF11F5F0-8F02-7AA9-1298-F91ACD84CA76}"/>
          </ac:spMkLst>
        </pc:spChg>
        <pc:spChg chg="add mod">
          <ac:chgData name="조민주" userId="275d7e43-ea77-4ff6-9f77-0d62cec19855" providerId="ADAL" clId="{B29831AC-C07E-4FD2-9822-63A351220356}" dt="2026-07-21T02:09:37.838" v="848" actId="1035"/>
          <ac:spMkLst>
            <pc:docMk/>
            <pc:sldMk cId="3767989309" sldId="269"/>
            <ac:spMk id="11" creationId="{427BDCB2-BE09-E6CD-DC84-7C9B8790EFFE}"/>
          </ac:spMkLst>
        </pc:spChg>
        <pc:spChg chg="add mod">
          <ac:chgData name="조민주" userId="275d7e43-ea77-4ff6-9f77-0d62cec19855" providerId="ADAL" clId="{B29831AC-C07E-4FD2-9822-63A351220356}" dt="2026-07-21T02:09:37.838" v="848" actId="1035"/>
          <ac:spMkLst>
            <pc:docMk/>
            <pc:sldMk cId="3767989309" sldId="269"/>
            <ac:spMk id="12" creationId="{F0AC3AFE-EA9B-E15B-25CD-AAF1EC39762E}"/>
          </ac:spMkLst>
        </pc:spChg>
        <pc:spChg chg="add mod">
          <ac:chgData name="조민주" userId="275d7e43-ea77-4ff6-9f77-0d62cec19855" providerId="ADAL" clId="{B29831AC-C07E-4FD2-9822-63A351220356}" dt="2026-07-21T02:09:44.941" v="849" actId="1076"/>
          <ac:spMkLst>
            <pc:docMk/>
            <pc:sldMk cId="3767989309" sldId="269"/>
            <ac:spMk id="13" creationId="{DFD7075A-CB72-78F1-3024-249F93AE82CF}"/>
          </ac:spMkLst>
        </pc:spChg>
        <pc:spChg chg="add mod">
          <ac:chgData name="조민주" userId="275d7e43-ea77-4ff6-9f77-0d62cec19855" providerId="ADAL" clId="{B29831AC-C07E-4FD2-9822-63A351220356}" dt="2026-07-21T04:03:29.749" v="1654" actId="1076"/>
          <ac:spMkLst>
            <pc:docMk/>
            <pc:sldMk cId="3767989309" sldId="269"/>
            <ac:spMk id="14" creationId="{36A219B6-DD66-3A17-DB7F-9120365BBDF4}"/>
          </ac:spMkLst>
        </pc:spChg>
        <pc:spChg chg="add del mod">
          <ac:chgData name="조민주" userId="275d7e43-ea77-4ff6-9f77-0d62cec19855" providerId="ADAL" clId="{B29831AC-C07E-4FD2-9822-63A351220356}" dt="2026-07-21T02:09:20.443" v="777" actId="478"/>
          <ac:spMkLst>
            <pc:docMk/>
            <pc:sldMk cId="3767989309" sldId="269"/>
            <ac:spMk id="16" creationId="{BDDDA087-E699-D06A-53EA-E0F200EDE472}"/>
          </ac:spMkLst>
        </pc:spChg>
        <pc:spChg chg="add mod">
          <ac:chgData name="조민주" userId="275d7e43-ea77-4ff6-9f77-0d62cec19855" providerId="ADAL" clId="{B29831AC-C07E-4FD2-9822-63A351220356}" dt="2026-07-21T02:28:17.269" v="1162" actId="1076"/>
          <ac:spMkLst>
            <pc:docMk/>
            <pc:sldMk cId="3767989309" sldId="269"/>
            <ac:spMk id="35" creationId="{775EE974-A0B9-D38B-10BF-14EF48D2ADFC}"/>
          </ac:spMkLst>
        </pc:spChg>
        <pc:spChg chg="add">
          <ac:chgData name="조민주" userId="275d7e43-ea77-4ff6-9f77-0d62cec19855" providerId="ADAL" clId="{B29831AC-C07E-4FD2-9822-63A351220356}" dt="2026-07-21T02:20:21.271" v="922"/>
          <ac:spMkLst>
            <pc:docMk/>
            <pc:sldMk cId="3767989309" sldId="269"/>
            <ac:spMk id="36" creationId="{D586F640-0212-867A-8866-EF5F1784947D}"/>
          </ac:spMkLst>
        </pc:spChg>
        <pc:spChg chg="add mod">
          <ac:chgData name="조민주" userId="275d7e43-ea77-4ff6-9f77-0d62cec19855" providerId="ADAL" clId="{B29831AC-C07E-4FD2-9822-63A351220356}" dt="2026-07-21T02:27:39.185" v="1157" actId="1076"/>
          <ac:spMkLst>
            <pc:docMk/>
            <pc:sldMk cId="3767989309" sldId="269"/>
            <ac:spMk id="40" creationId="{E6164A8E-4A8C-DF9E-5DA1-132234870490}"/>
          </ac:spMkLst>
        </pc:spChg>
        <pc:spChg chg="add mod">
          <ac:chgData name="조민주" userId="275d7e43-ea77-4ff6-9f77-0d62cec19855" providerId="ADAL" clId="{B29831AC-C07E-4FD2-9822-63A351220356}" dt="2026-07-21T02:27:04.311" v="1152" actId="14100"/>
          <ac:spMkLst>
            <pc:docMk/>
            <pc:sldMk cId="3767989309" sldId="269"/>
            <ac:spMk id="41" creationId="{622FC5A9-49E0-F1BD-D613-B95911D2F588}"/>
          </ac:spMkLst>
        </pc:spChg>
        <pc:spChg chg="add mod">
          <ac:chgData name="조민주" userId="275d7e43-ea77-4ff6-9f77-0d62cec19855" providerId="ADAL" clId="{B29831AC-C07E-4FD2-9822-63A351220356}" dt="2026-07-21T02:28:04.981" v="1159" actId="208"/>
          <ac:spMkLst>
            <pc:docMk/>
            <pc:sldMk cId="3767989309" sldId="269"/>
            <ac:spMk id="42" creationId="{EDC62458-330E-2A10-DB81-C43E29E528BC}"/>
          </ac:spMkLst>
        </pc:spChg>
        <pc:spChg chg="add del mod">
          <ac:chgData name="조민주" userId="275d7e43-ea77-4ff6-9f77-0d62cec19855" providerId="ADAL" clId="{B29831AC-C07E-4FD2-9822-63A351220356}" dt="2026-07-21T03:17:26.627" v="1427" actId="20577"/>
          <ac:spMkLst>
            <pc:docMk/>
            <pc:sldMk cId="3767989309" sldId="269"/>
            <ac:spMk id="43" creationId="{16238D03-CB6D-17D8-61B7-34B7FC05BDD8}"/>
          </ac:spMkLst>
        </pc:spChg>
        <pc:picChg chg="add mod">
          <ac:chgData name="조민주" userId="275d7e43-ea77-4ff6-9f77-0d62cec19855" providerId="ADAL" clId="{B29831AC-C07E-4FD2-9822-63A351220356}" dt="2026-07-21T02:09:23.247" v="778" actId="14100"/>
          <ac:picMkLst>
            <pc:docMk/>
            <pc:sldMk cId="3767989309" sldId="269"/>
            <ac:picMk id="5" creationId="{A05836EC-EE9C-7891-094F-DA7F3D4A50AA}"/>
          </ac:picMkLst>
        </pc:picChg>
        <pc:picChg chg="add mod">
          <ac:chgData name="조민주" userId="275d7e43-ea77-4ff6-9f77-0d62cec19855" providerId="ADAL" clId="{B29831AC-C07E-4FD2-9822-63A351220356}" dt="2026-07-21T02:28:14.083" v="1161" actId="1076"/>
          <ac:picMkLst>
            <pc:docMk/>
            <pc:sldMk cId="3767989309" sldId="269"/>
            <ac:picMk id="7" creationId="{2BCA3E0F-4F66-0F45-7708-68AED519D0E8}"/>
          </ac:picMkLst>
        </pc:picChg>
        <pc:picChg chg="add del mod">
          <ac:chgData name="조민주" userId="275d7e43-ea77-4ff6-9f77-0d62cec19855" providerId="ADAL" clId="{B29831AC-C07E-4FD2-9822-63A351220356}" dt="2026-07-21T02:09:20.443" v="777" actId="478"/>
          <ac:picMkLst>
            <pc:docMk/>
            <pc:sldMk cId="3767989309" sldId="269"/>
            <ac:picMk id="15" creationId="{5F1070BA-A90D-5890-62E9-D4524A47EE6D}"/>
          </ac:picMkLst>
        </pc:picChg>
        <pc:cxnChg chg="add mod">
          <ac:chgData name="조민주" userId="275d7e43-ea77-4ff6-9f77-0d62cec19855" providerId="ADAL" clId="{B29831AC-C07E-4FD2-9822-63A351220356}" dt="2026-07-21T02:23:39.296" v="1035" actId="14100"/>
          <ac:cxnSpMkLst>
            <pc:docMk/>
            <pc:sldMk cId="3767989309" sldId="269"/>
            <ac:cxnSpMk id="18" creationId="{BA01DBA0-A3FC-1B1D-049E-7C903EDB97FF}"/>
          </ac:cxnSpMkLst>
        </pc:cxnChg>
        <pc:cxnChg chg="add del mod">
          <ac:chgData name="조민주" userId="275d7e43-ea77-4ff6-9f77-0d62cec19855" providerId="ADAL" clId="{B29831AC-C07E-4FD2-9822-63A351220356}" dt="2026-07-21T02:19:09.063" v="913" actId="478"/>
          <ac:cxnSpMkLst>
            <pc:docMk/>
            <pc:sldMk cId="3767989309" sldId="269"/>
            <ac:cxnSpMk id="20" creationId="{13FB22C0-FC95-FF04-57CE-8FA261C09E96}"/>
          </ac:cxnSpMkLst>
        </pc:cxnChg>
        <pc:cxnChg chg="add del mod">
          <ac:chgData name="조민주" userId="275d7e43-ea77-4ff6-9f77-0d62cec19855" providerId="ADAL" clId="{B29831AC-C07E-4FD2-9822-63A351220356}" dt="2026-07-21T02:19:18.078" v="916" actId="478"/>
          <ac:cxnSpMkLst>
            <pc:docMk/>
            <pc:sldMk cId="3767989309" sldId="269"/>
            <ac:cxnSpMk id="31" creationId="{3136569D-DBE5-AE0A-EB70-4A7177C327BE}"/>
          </ac:cxnSpMkLst>
        </pc:cxnChg>
        <pc:cxnChg chg="add mod">
          <ac:chgData name="조민주" userId="275d7e43-ea77-4ff6-9f77-0d62cec19855" providerId="ADAL" clId="{B29831AC-C07E-4FD2-9822-63A351220356}" dt="2026-07-21T02:19:53.736" v="918" actId="208"/>
          <ac:cxnSpMkLst>
            <pc:docMk/>
            <pc:sldMk cId="3767989309" sldId="269"/>
            <ac:cxnSpMk id="34" creationId="{58DD0F75-1B6F-167E-8C77-881072724719}"/>
          </ac:cxnSpMkLst>
        </pc:cxnChg>
        <pc:cxnChg chg="add mod">
          <ac:chgData name="조민주" userId="275d7e43-ea77-4ff6-9f77-0d62cec19855" providerId="ADAL" clId="{B29831AC-C07E-4FD2-9822-63A351220356}" dt="2026-07-21T02:23:45.796" v="1037" actId="208"/>
          <ac:cxnSpMkLst>
            <pc:docMk/>
            <pc:sldMk cId="3767989309" sldId="269"/>
            <ac:cxnSpMk id="39" creationId="{0430F8E6-E73E-989F-F512-1CAC9A399E51}"/>
          </ac:cxnSpMkLst>
        </pc:cxn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3848082646" sldId="270"/>
        </pc:sldMkLst>
        <pc:spChg chg="del">
          <ac:chgData name="조민주" userId="275d7e43-ea77-4ff6-9f77-0d62cec19855" providerId="ADAL" clId="{B29831AC-C07E-4FD2-9822-63A351220356}" dt="2026-07-21T01:32:25.762" v="454" actId="478"/>
          <ac:spMkLst>
            <pc:docMk/>
            <pc:sldMk cId="3848082646" sldId="270"/>
            <ac:spMk id="2" creationId="{1F758AE5-C5FC-8114-3C09-4EFD5974BEB5}"/>
          </ac:spMkLst>
        </pc:spChg>
        <pc:spChg chg="del">
          <ac:chgData name="조민주" userId="275d7e43-ea77-4ff6-9f77-0d62cec19855" providerId="ADAL" clId="{B29831AC-C07E-4FD2-9822-63A351220356}" dt="2026-07-21T01:32:25.762" v="454" actId="478"/>
          <ac:spMkLst>
            <pc:docMk/>
            <pc:sldMk cId="3848082646" sldId="270"/>
            <ac:spMk id="3" creationId="{470F91FF-84E9-956F-9DC4-5DBE6B239E21}"/>
          </ac:spMkLst>
        </pc:spChg>
        <pc:spChg chg="add mod">
          <ac:chgData name="조민주" userId="275d7e43-ea77-4ff6-9f77-0d62cec19855" providerId="ADAL" clId="{B29831AC-C07E-4FD2-9822-63A351220356}" dt="2026-07-21T03:04:51.704" v="1171" actId="208"/>
          <ac:spMkLst>
            <pc:docMk/>
            <pc:sldMk cId="3848082646" sldId="270"/>
            <ac:spMk id="8" creationId="{EDB3B5C5-19E7-BC60-5A38-151220981838}"/>
          </ac:spMkLst>
        </pc:spChg>
        <pc:spChg chg="add mod">
          <ac:chgData name="조민주" userId="275d7e43-ea77-4ff6-9f77-0d62cec19855" providerId="ADAL" clId="{B29831AC-C07E-4FD2-9822-63A351220356}" dt="2026-07-21T03:05:58.022" v="1195" actId="1076"/>
          <ac:spMkLst>
            <pc:docMk/>
            <pc:sldMk cId="3848082646" sldId="270"/>
            <ac:spMk id="9" creationId="{0CF39577-C8EA-4CB4-5ADA-3B72DC1A4735}"/>
          </ac:spMkLst>
        </pc:spChg>
        <pc:spChg chg="add mod">
          <ac:chgData name="조민주" userId="275d7e43-ea77-4ff6-9f77-0d62cec19855" providerId="ADAL" clId="{B29831AC-C07E-4FD2-9822-63A351220356}" dt="2026-07-21T03:08:01.971" v="1208" actId="1076"/>
          <ac:spMkLst>
            <pc:docMk/>
            <pc:sldMk cId="3848082646" sldId="270"/>
            <ac:spMk id="10" creationId="{C892D53F-A9A3-2AB6-F1C2-EA43DDBF423B}"/>
          </ac:spMkLst>
        </pc:spChg>
        <pc:spChg chg="add mod">
          <ac:chgData name="조민주" userId="275d7e43-ea77-4ff6-9f77-0d62cec19855" providerId="ADAL" clId="{B29831AC-C07E-4FD2-9822-63A351220356}" dt="2026-07-21T03:11:34.721" v="1219" actId="1076"/>
          <ac:spMkLst>
            <pc:docMk/>
            <pc:sldMk cId="3848082646" sldId="270"/>
            <ac:spMk id="14" creationId="{81675E9E-8A62-0C1D-1867-3B1464BB9223}"/>
          </ac:spMkLst>
        </pc:spChg>
        <pc:spChg chg="add mod">
          <ac:chgData name="조민주" userId="275d7e43-ea77-4ff6-9f77-0d62cec19855" providerId="ADAL" clId="{B29831AC-C07E-4FD2-9822-63A351220356}" dt="2026-07-21T03:20:57.791" v="1514" actId="1076"/>
          <ac:spMkLst>
            <pc:docMk/>
            <pc:sldMk cId="3848082646" sldId="270"/>
            <ac:spMk id="17" creationId="{F584DF6F-861C-A0D4-9879-C22044D6DA0F}"/>
          </ac:spMkLst>
        </pc:spChg>
        <pc:spChg chg="add mod">
          <ac:chgData name="조민주" userId="275d7e43-ea77-4ff6-9f77-0d62cec19855" providerId="ADAL" clId="{B29831AC-C07E-4FD2-9822-63A351220356}" dt="2026-07-21T03:21:56.871" v="1518" actId="1076"/>
          <ac:spMkLst>
            <pc:docMk/>
            <pc:sldMk cId="3848082646" sldId="270"/>
            <ac:spMk id="19" creationId="{D0197EA7-8FAC-5A0A-573A-46B6D277BDBE}"/>
          </ac:spMkLst>
        </pc:spChg>
        <pc:spChg chg="add mod">
          <ac:chgData name="조민주" userId="275d7e43-ea77-4ff6-9f77-0d62cec19855" providerId="ADAL" clId="{B29831AC-C07E-4FD2-9822-63A351220356}" dt="2026-07-21T03:22:39.722" v="1528" actId="1076"/>
          <ac:spMkLst>
            <pc:docMk/>
            <pc:sldMk cId="3848082646" sldId="270"/>
            <ac:spMk id="22" creationId="{3B6B6813-B04F-CFD4-169A-5529ADCC4682}"/>
          </ac:spMkLst>
        </pc:spChg>
        <pc:spChg chg="add del mod">
          <ac:chgData name="조민주" userId="275d7e43-ea77-4ff6-9f77-0d62cec19855" providerId="ADAL" clId="{B29831AC-C07E-4FD2-9822-63A351220356}" dt="2026-07-21T03:23:34.259" v="1538" actId="478"/>
          <ac:spMkLst>
            <pc:docMk/>
            <pc:sldMk cId="3848082646" sldId="270"/>
            <ac:spMk id="26" creationId="{8D07B841-C10F-69EF-6DE9-843079DB17EF}"/>
          </ac:spMkLst>
        </pc:spChg>
        <pc:spChg chg="add del mod">
          <ac:chgData name="조민주" userId="275d7e43-ea77-4ff6-9f77-0d62cec19855" providerId="ADAL" clId="{B29831AC-C07E-4FD2-9822-63A351220356}" dt="2026-07-21T03:23:33.241" v="1537"/>
          <ac:spMkLst>
            <pc:docMk/>
            <pc:sldMk cId="3848082646" sldId="270"/>
            <ac:spMk id="27" creationId="{7636233F-AF06-AD45-2BB9-41CBEAE359AE}"/>
          </ac:spMkLst>
        </pc:spChg>
        <pc:picChg chg="add mod">
          <ac:chgData name="조민주" userId="275d7e43-ea77-4ff6-9f77-0d62cec19855" providerId="ADAL" clId="{B29831AC-C07E-4FD2-9822-63A351220356}" dt="2026-07-21T02:30:29.399" v="1165" actId="14100"/>
          <ac:picMkLst>
            <pc:docMk/>
            <pc:sldMk cId="3848082646" sldId="270"/>
            <ac:picMk id="5" creationId="{FA5F10EB-C1A6-5D6D-0B7F-404CF9682123}"/>
          </ac:picMkLst>
        </pc:picChg>
        <pc:picChg chg="add mod">
          <ac:chgData name="조민주" userId="275d7e43-ea77-4ff6-9f77-0d62cec19855" providerId="ADAL" clId="{B29831AC-C07E-4FD2-9822-63A351220356}" dt="2026-07-21T03:24:09.955" v="1540" actId="1076"/>
          <ac:picMkLst>
            <pc:docMk/>
            <pc:sldMk cId="3848082646" sldId="270"/>
            <ac:picMk id="7" creationId="{F60E1E2D-B7C6-BF33-5889-99712FF687DF}"/>
          </ac:picMkLst>
        </pc:picChg>
        <pc:cxnChg chg="add mod">
          <ac:chgData name="조민주" userId="275d7e43-ea77-4ff6-9f77-0d62cec19855" providerId="ADAL" clId="{B29831AC-C07E-4FD2-9822-63A351220356}" dt="2026-07-21T03:11:11.325" v="1214" actId="208"/>
          <ac:cxnSpMkLst>
            <pc:docMk/>
            <pc:sldMk cId="3848082646" sldId="270"/>
            <ac:cxnSpMk id="12" creationId="{1F0E5482-4114-07E9-8640-FA73888373E7}"/>
          </ac:cxnSpMkLst>
        </pc:cxnChg>
        <pc:cxnChg chg="add mod">
          <ac:chgData name="조민주" userId="275d7e43-ea77-4ff6-9f77-0d62cec19855" providerId="ADAL" clId="{B29831AC-C07E-4FD2-9822-63A351220356}" dt="2026-07-21T03:18:57.641" v="1429" actId="208"/>
          <ac:cxnSpMkLst>
            <pc:docMk/>
            <pc:sldMk cId="3848082646" sldId="270"/>
            <ac:cxnSpMk id="16" creationId="{2289FCDD-76E3-8899-CE79-27D403633593}"/>
          </ac:cxnSpMkLst>
        </pc:cxnChg>
        <pc:cxnChg chg="add mod">
          <ac:chgData name="조민주" userId="275d7e43-ea77-4ff6-9f77-0d62cec19855" providerId="ADAL" clId="{B29831AC-C07E-4FD2-9822-63A351220356}" dt="2026-07-21T03:22:03.755" v="1520" actId="208"/>
          <ac:cxnSpMkLst>
            <pc:docMk/>
            <pc:sldMk cId="3848082646" sldId="270"/>
            <ac:cxnSpMk id="21" creationId="{A7F93B20-A313-18BB-756A-6A28C3A1958A}"/>
          </ac:cxnSpMkLst>
        </pc:cxnChg>
        <pc:cxnChg chg="add mod">
          <ac:chgData name="조민주" userId="275d7e43-ea77-4ff6-9f77-0d62cec19855" providerId="ADAL" clId="{B29831AC-C07E-4FD2-9822-63A351220356}" dt="2026-07-21T03:22:36.322" v="1527" actId="1076"/>
          <ac:cxnSpMkLst>
            <pc:docMk/>
            <pc:sldMk cId="3848082646" sldId="270"/>
            <ac:cxnSpMk id="24" creationId="{5F82D9E1-A082-A261-E5B0-55D8BB26DA6E}"/>
          </ac:cxnSpMkLst>
        </pc:cxnChg>
        <pc:cxnChg chg="add del mod">
          <ac:chgData name="조민주" userId="275d7e43-ea77-4ff6-9f77-0d62cec19855" providerId="ADAL" clId="{B29831AC-C07E-4FD2-9822-63A351220356}" dt="2026-07-21T03:23:33.233" v="1535" actId="478"/>
          <ac:cxnSpMkLst>
            <pc:docMk/>
            <pc:sldMk cId="3848082646" sldId="270"/>
            <ac:cxnSpMk id="28" creationId="{EF698C21-C65B-6E61-74B8-17646C428606}"/>
          </ac:cxnSpMkLst>
        </pc:cxnChg>
        <pc:cxnChg chg="add mod">
          <ac:chgData name="조민주" userId="275d7e43-ea77-4ff6-9f77-0d62cec19855" providerId="ADAL" clId="{B29831AC-C07E-4FD2-9822-63A351220356}" dt="2026-07-21T03:24:22.983" v="1545" actId="1036"/>
          <ac:cxnSpMkLst>
            <pc:docMk/>
            <pc:sldMk cId="3848082646" sldId="270"/>
            <ac:cxnSpMk id="30" creationId="{9D41D85D-121E-21A6-A552-213C3AEDD9B0}"/>
          </ac:cxnSpMkLst>
        </pc:cxnChg>
        <pc:cxnChg chg="add mod">
          <ac:chgData name="조민주" userId="275d7e43-ea77-4ff6-9f77-0d62cec19855" providerId="ADAL" clId="{B29831AC-C07E-4FD2-9822-63A351220356}" dt="2026-07-21T03:24:37.566" v="1581" actId="1037"/>
          <ac:cxnSpMkLst>
            <pc:docMk/>
            <pc:sldMk cId="3848082646" sldId="270"/>
            <ac:cxnSpMk id="31" creationId="{36104FE7-E67C-2480-6F37-9D2E058AD7D6}"/>
          </ac:cxnSpMkLst>
        </pc:cxnChg>
        <pc:cxnChg chg="add mod">
          <ac:chgData name="조민주" userId="275d7e43-ea77-4ff6-9f77-0d62cec19855" providerId="ADAL" clId="{B29831AC-C07E-4FD2-9822-63A351220356}" dt="2026-07-21T03:24:52.590" v="1652" actId="14100"/>
          <ac:cxnSpMkLst>
            <pc:docMk/>
            <pc:sldMk cId="3848082646" sldId="270"/>
            <ac:cxnSpMk id="33" creationId="{6B75532E-C0D4-7290-C9B2-531395AF2CA8}"/>
          </ac:cxnSpMkLst>
        </pc:cxnChg>
      </pc:sldChg>
      <pc:sldChg chg="new del">
        <pc:chgData name="조민주" userId="275d7e43-ea77-4ff6-9f77-0d62cec19855" providerId="ADAL" clId="{B29831AC-C07E-4FD2-9822-63A351220356}" dt="2026-07-21T01:33:41.020" v="464" actId="47"/>
        <pc:sldMkLst>
          <pc:docMk/>
          <pc:sldMk cId="2094875476" sldId="271"/>
        </pc:sldMkLst>
      </pc:sldChg>
      <pc:sldChg chg="modSp add del mod">
        <pc:chgData name="조민주" userId="275d7e43-ea77-4ff6-9f77-0d62cec19855" providerId="ADAL" clId="{B29831AC-C07E-4FD2-9822-63A351220356}" dt="2026-07-22T18:22:19.498" v="1676" actId="47"/>
        <pc:sldMkLst>
          <pc:docMk/>
          <pc:sldMk cId="1620125911" sldId="272"/>
        </pc:sldMkLst>
        <pc:spChg chg="mod">
          <ac:chgData name="조민주" userId="275d7e43-ea77-4ff6-9f77-0d62cec19855" providerId="ADAL" clId="{B29831AC-C07E-4FD2-9822-63A351220356}" dt="2026-07-21T01:33:56.478" v="474" actId="1076"/>
          <ac:spMkLst>
            <pc:docMk/>
            <pc:sldMk cId="1620125911" sldId="272"/>
            <ac:spMk id="2" creationId="{19399765-07D3-3129-4FCD-9B2B6028781B}"/>
          </ac:spMkLst>
        </pc:sp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3169010042" sldId="273"/>
        </pc:sldMkLst>
        <pc:spChg chg="del">
          <ac:chgData name="조민주" userId="275d7e43-ea77-4ff6-9f77-0d62cec19855" providerId="ADAL" clId="{B29831AC-C07E-4FD2-9822-63A351220356}" dt="2026-07-21T04:06:57.353" v="1656" actId="478"/>
          <ac:spMkLst>
            <pc:docMk/>
            <pc:sldMk cId="3169010042" sldId="273"/>
            <ac:spMk id="2" creationId="{6B5EC966-D49A-402D-C872-CE76DA94959A}"/>
          </ac:spMkLst>
        </pc:spChg>
        <pc:spChg chg="del">
          <ac:chgData name="조민주" userId="275d7e43-ea77-4ff6-9f77-0d62cec19855" providerId="ADAL" clId="{B29831AC-C07E-4FD2-9822-63A351220356}" dt="2026-07-21T04:06:57.353" v="1656" actId="478"/>
          <ac:spMkLst>
            <pc:docMk/>
            <pc:sldMk cId="3169010042" sldId="273"/>
            <ac:spMk id="3" creationId="{C58C7AC9-CF11-35A2-0AEF-EEDBA7F06EAF}"/>
          </ac:spMkLst>
        </pc:spChg>
        <pc:picChg chg="add mod">
          <ac:chgData name="조민주" userId="275d7e43-ea77-4ff6-9f77-0d62cec19855" providerId="ADAL" clId="{B29831AC-C07E-4FD2-9822-63A351220356}" dt="2026-07-21T04:10:28.358" v="1666" actId="1076"/>
          <ac:picMkLst>
            <pc:docMk/>
            <pc:sldMk cId="3169010042" sldId="273"/>
            <ac:picMk id="4" creationId="{B135AD1D-516E-B16C-AA6E-02B06907F3B9}"/>
          </ac:picMkLst>
        </pc:picChg>
        <pc:picChg chg="add mod">
          <ac:chgData name="조민주" userId="275d7e43-ea77-4ff6-9f77-0d62cec19855" providerId="ADAL" clId="{B29831AC-C07E-4FD2-9822-63A351220356}" dt="2026-07-21T04:07:07.645" v="1662" actId="1076"/>
          <ac:picMkLst>
            <pc:docMk/>
            <pc:sldMk cId="3169010042" sldId="273"/>
            <ac:picMk id="5" creationId="{4ECC3C40-2C96-B9AE-9351-36ABA2ED13B9}"/>
          </ac:picMkLst>
        </pc:picChg>
      </pc:sldChg>
      <pc:sldChg chg="addSp delSp modSp new del mod">
        <pc:chgData name="조민주" userId="275d7e43-ea77-4ff6-9f77-0d62cec19855" providerId="ADAL" clId="{B29831AC-C07E-4FD2-9822-63A351220356}" dt="2026-07-22T18:22:19.498" v="1676" actId="47"/>
        <pc:sldMkLst>
          <pc:docMk/>
          <pc:sldMk cId="1515352758" sldId="274"/>
        </pc:sldMkLst>
        <pc:spChg chg="del">
          <ac:chgData name="조민주" userId="275d7e43-ea77-4ff6-9f77-0d62cec19855" providerId="ADAL" clId="{B29831AC-C07E-4FD2-9822-63A351220356}" dt="2026-07-22T07:10:36.724" v="1670" actId="478"/>
          <ac:spMkLst>
            <pc:docMk/>
            <pc:sldMk cId="1515352758" sldId="274"/>
            <ac:spMk id="2" creationId="{248B17E3-2CF0-B683-4889-FF13AF3F6A1B}"/>
          </ac:spMkLst>
        </pc:spChg>
        <pc:spChg chg="del">
          <ac:chgData name="조민주" userId="275d7e43-ea77-4ff6-9f77-0d62cec19855" providerId="ADAL" clId="{B29831AC-C07E-4FD2-9822-63A351220356}" dt="2026-07-22T07:10:36.724" v="1670" actId="478"/>
          <ac:spMkLst>
            <pc:docMk/>
            <pc:sldMk cId="1515352758" sldId="274"/>
            <ac:spMk id="3" creationId="{30D21FF0-F554-6BC7-DAD8-BA437BAB9803}"/>
          </ac:spMkLst>
        </pc:spChg>
        <pc:picChg chg="add mod">
          <ac:chgData name="조민주" userId="275d7e43-ea77-4ff6-9f77-0d62cec19855" providerId="ADAL" clId="{B29831AC-C07E-4FD2-9822-63A351220356}" dt="2026-07-22T07:10:50.397" v="1675" actId="1076"/>
          <ac:picMkLst>
            <pc:docMk/>
            <pc:sldMk cId="1515352758" sldId="274"/>
            <ac:picMk id="5" creationId="{238F4BDB-B3B9-C9CB-40B5-2DF408C6FE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0CE95-1658-B6C7-13B6-DE8423476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D90A96-8221-A0CC-B7EF-483E22C57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AC87D1-8E34-F23F-3C33-FCEA2F17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EA9E2-73DB-ED21-8294-C467F055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44423-6B84-714A-97EE-AC0C4394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84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7126D-81D4-FA21-A774-8CAAF085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811F7-73D3-8BB0-E1DA-D691E5675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A052-4DB8-C914-C251-05F131BF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EE943B-3D1E-EB8C-44DC-710A5D42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66FF5D-784A-4EC0-0389-F8BF6340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26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61822-FBA8-4BF4-6965-3A8777AF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706AB5-BCCB-A6A6-17A0-DE27DF90F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547237-6B0D-D699-CFBD-DB9C7CBC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10351D-3596-F159-572A-D64126BB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3D690-DA88-FB9B-C38B-69EE91F7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25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A155C-9C1C-9C58-1D32-744AF943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AE7958-66DF-BCBA-BEBD-04374F992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E7CCE6-EF73-DE8C-BDE3-CD7BBA45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83351-3DFF-9A74-E335-5D71BBBF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326ED5-FF39-4849-BB1E-0E3671F4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1342B3-FAA0-7D9A-6EDC-115619F0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74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DA185-2E4C-EEB0-C4F2-467F7A58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F8EA9C-56CE-399D-DA8A-5D7C37BCD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3DB87A-90FD-402E-6563-499A41E4A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71AD86-B449-C592-F33B-68D8096C1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A846BA-A1A8-0EA8-7C66-C82A057B3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4EF25F-F32D-A1CE-AB65-4A303437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C701C5-2994-7F73-67F3-ACFEEE3B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C07E35-9622-CB63-16B9-5CE99884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2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B65FE-06DE-6A94-7F51-BC408C8A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069FC6-1D85-9B71-E98C-5868B663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2A37A1-E54D-787C-9806-4B1FBA53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E77142-979C-14D0-A288-89AA90F8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3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CE4E58-8DC9-3934-C40F-43A3504C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B5B69C-2762-28D3-EACD-F7F4CAA3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8C3E6-B6AB-C549-D21A-CEE6AF7D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14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5D422-C6F8-0841-AF85-9FF173C8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9F3FA4-E15C-7DED-B68B-3D284A6F8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D391DD-BF81-611D-5AEA-7459E7744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43597-8B20-1897-723C-BD40A502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E95FFA-03EE-D864-3007-D1FAD41C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D2C1D2-3A57-CB88-F186-5D0CD178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08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9870-D1F4-588D-F46E-BA34629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271B2B-AD74-0CED-F772-0778C6759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8968BA-CE7E-BFFD-B46C-B9DF8EA1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3BD5F-D150-F784-118C-3268EA24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C9626F-4ABE-17A0-1058-EEDBC448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399C3-878A-5AD1-2006-5C2C1008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48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A35A5-17AE-9A2A-05A9-9F1A0324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74BAE7-A4FE-67E8-9775-1F26449CB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5DFDC-4F2B-8680-6222-4D5A8A10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3B8FD-709B-32CA-0F17-E1405C81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73215-3F36-D64C-7B6F-8A417409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09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735782-8ACB-4BB6-93F0-54C14D319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CB768A-35E6-8B52-A091-9BFCFD279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D8BCF2-1236-A985-9CBC-7CBA7779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780A9A-545B-CCF2-099B-41EE2D63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B54F76-5A00-92F0-7BCF-5D469A63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7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6FC9B5-CF3D-FEA8-EB15-B46C3CD0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AF92E6-F333-7A89-2DC8-2CD4755B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B2B95-F6B5-4E96-BCD1-3544492A9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77F91-D7D2-46B4-A972-55A4F7FEE01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01693-8EB4-8591-6B00-5BBEF9D60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94A9A-959C-4011-616B-01D0BA942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77BD7-867A-4CB8-87D6-D62CB07F4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1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99765-07D3-3129-4FCD-9B2B60287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AFM python </a:t>
            </a:r>
            <a:r>
              <a:rPr lang="ko-KR" altLang="en-US" b="1" dirty="0"/>
              <a:t>코드 구현</a:t>
            </a:r>
          </a:p>
        </p:txBody>
      </p:sp>
    </p:spTree>
    <p:extLst>
      <p:ext uri="{BB962C8B-B14F-4D97-AF65-F5344CB8AC3E}">
        <p14:creationId xmlns:p14="http://schemas.microsoft.com/office/powerpoint/2010/main" val="188530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99E576-8374-8684-7167-296BEF5487BB}"/>
              </a:ext>
            </a:extLst>
          </p:cNvPr>
          <p:cNvSpPr txBox="1"/>
          <p:nvPr/>
        </p:nvSpPr>
        <p:spPr>
          <a:xfrm>
            <a:off x="0" y="29029"/>
            <a:ext cx="16908796" cy="8032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Phase </a:t>
            </a:r>
            <a:r>
              <a:rPr lang="ko-KR" altLang="en-US" sz="3000" b="1" dirty="0"/>
              <a:t>기반의 코드 구현</a:t>
            </a:r>
            <a:endParaRPr lang="en-US" altLang="ko-KR" sz="3000" b="1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1</a:t>
            </a:r>
            <a:r>
              <a:rPr lang="ko-KR" altLang="en-US" b="1" dirty="0"/>
              <a:t>단계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Grain </a:t>
            </a:r>
            <a:r>
              <a:rPr lang="ko-KR" altLang="en-US" b="1" dirty="0"/>
              <a:t>중심 후보</a:t>
            </a:r>
            <a:r>
              <a:rPr lang="en-US" altLang="ko-KR" b="1" dirty="0"/>
              <a:t>(Seed) </a:t>
            </a:r>
            <a:r>
              <a:rPr lang="ko-KR" altLang="en-US" b="1" dirty="0"/>
              <a:t>생성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Phase </a:t>
            </a:r>
            <a:r>
              <a:rPr lang="ko-KR" altLang="en-US" dirty="0"/>
              <a:t>텍스트 데이터를 기반 분석</a:t>
            </a:r>
            <a:r>
              <a:rPr lang="en-US" altLang="ko-KR" dirty="0"/>
              <a:t>(</a:t>
            </a:r>
            <a:r>
              <a:rPr lang="ko-KR" altLang="en-US" dirty="0"/>
              <a:t>주데이터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주변과 비교해 값이 높거나 낮게 나타나는 지점을 찾아 </a:t>
            </a:r>
            <a:r>
              <a:rPr lang="en-US" altLang="ko-KR" dirty="0"/>
              <a:t>grain </a:t>
            </a:r>
            <a:r>
              <a:rPr lang="ko-KR" altLang="en-US" dirty="0"/>
              <a:t>중심 후보인 </a:t>
            </a:r>
            <a:r>
              <a:rPr lang="en-US" altLang="ko-KR" dirty="0"/>
              <a:t>Seed</a:t>
            </a:r>
            <a:r>
              <a:rPr lang="ko-KR" altLang="en-US" dirty="0"/>
              <a:t>로 설정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</a:t>
            </a:r>
            <a:r>
              <a:rPr lang="ko-KR" altLang="en-US" b="1" dirty="0"/>
              <a:t>단계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Seed</a:t>
            </a:r>
            <a:r>
              <a:rPr lang="ko-KR" altLang="en-US" b="1" dirty="0"/>
              <a:t>를 중심으로 </a:t>
            </a:r>
            <a:r>
              <a:rPr lang="en-US" altLang="ko-KR" b="1" dirty="0"/>
              <a:t>Grain </a:t>
            </a:r>
            <a:r>
              <a:rPr lang="ko-KR" altLang="en-US" b="1" dirty="0"/>
              <a:t>후보 영역 생성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Seed</a:t>
            </a:r>
            <a:r>
              <a:rPr lang="ko-KR" altLang="en-US" dirty="0"/>
              <a:t>를 생성 후 각 </a:t>
            </a:r>
            <a:r>
              <a:rPr lang="en-US" altLang="ko-KR" dirty="0"/>
              <a:t>Seed </a:t>
            </a:r>
            <a:r>
              <a:rPr lang="ko-KR" altLang="en-US" dirty="0"/>
              <a:t>주변으로 영역을 확장하다가 </a:t>
            </a:r>
            <a:r>
              <a:rPr lang="en-US" altLang="ko-KR" dirty="0"/>
              <a:t>Phase </a:t>
            </a:r>
            <a:r>
              <a:rPr lang="ko-KR" altLang="en-US" dirty="0"/>
              <a:t>변화가 큰 지점을 </a:t>
            </a:r>
            <a:r>
              <a:rPr lang="en-US" altLang="ko-KR" dirty="0"/>
              <a:t>grain </a:t>
            </a:r>
            <a:r>
              <a:rPr lang="en-US" altLang="ko-KR" dirty="0" err="1"/>
              <a:t>boundar</a:t>
            </a:r>
            <a:r>
              <a:rPr lang="ko-KR" altLang="en-US" dirty="0"/>
              <a:t>로 설정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3</a:t>
            </a:r>
            <a:r>
              <a:rPr lang="ko-KR" altLang="en-US" b="1" dirty="0"/>
              <a:t>단계</a:t>
            </a:r>
            <a:r>
              <a:rPr lang="en-US" altLang="ko-KR" b="1" dirty="0"/>
              <a:t>)</a:t>
            </a:r>
            <a:r>
              <a:rPr lang="ko-KR" altLang="en-US" b="1" dirty="0"/>
              <a:t> 웨이퍼 기준 필터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grain</a:t>
            </a:r>
            <a:r>
              <a:rPr lang="ko-KR" altLang="en-US" dirty="0"/>
              <a:t>이 없는 웨이퍼를 기준을 </a:t>
            </a:r>
            <a:r>
              <a:rPr lang="en-US" altLang="ko-KR" dirty="0"/>
              <a:t>Seed </a:t>
            </a:r>
            <a:r>
              <a:rPr lang="ko-KR" altLang="en-US" dirty="0"/>
              <a:t>주변의 </a:t>
            </a:r>
            <a:r>
              <a:rPr lang="en-US" altLang="ko-KR" dirty="0"/>
              <a:t>Phase </a:t>
            </a:r>
            <a:r>
              <a:rPr lang="ko-KR" altLang="en-US" dirty="0"/>
              <a:t>변화가 웨이퍼에서 나타나는 변화보다 작은 후보를 제거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4</a:t>
            </a:r>
            <a:r>
              <a:rPr lang="ko-KR" altLang="en-US" b="1" dirty="0"/>
              <a:t>단계</a:t>
            </a:r>
            <a:r>
              <a:rPr lang="en-US" altLang="ko-KR" b="1" dirty="0"/>
              <a:t>) </a:t>
            </a:r>
            <a:r>
              <a:rPr lang="ko-KR" altLang="en-US" b="1" dirty="0"/>
              <a:t>최대 최소 사이즈 설정</a:t>
            </a:r>
            <a:r>
              <a:rPr lang="en-US" altLang="ko-KR" b="1" dirty="0"/>
              <a:t>[</a:t>
            </a:r>
            <a:r>
              <a:rPr lang="ko-KR" altLang="en-US" b="1" dirty="0"/>
              <a:t>코드 상 변경 가능</a:t>
            </a:r>
            <a:r>
              <a:rPr lang="en-US" altLang="ko-KR" b="1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en-US" altLang="ko-KR" dirty="0" err="1"/>
              <a:t>InOx</a:t>
            </a:r>
            <a:r>
              <a:rPr lang="ko-KR" altLang="en-US" dirty="0"/>
              <a:t>의 평균 </a:t>
            </a:r>
            <a:r>
              <a:rPr lang="en-US" altLang="ko-KR" dirty="0"/>
              <a:t>grain </a:t>
            </a:r>
            <a:r>
              <a:rPr lang="ko-KR" altLang="en-US" dirty="0"/>
              <a:t>형성 </a:t>
            </a:r>
            <a:r>
              <a:rPr lang="en-US" altLang="ko-KR" dirty="0"/>
              <a:t>size 5~10nm</a:t>
            </a:r>
            <a:r>
              <a:rPr lang="ko-KR" altLang="en-US" dirty="0"/>
              <a:t>로 확인 </a:t>
            </a:r>
            <a:r>
              <a:rPr lang="en-US" altLang="ko-KR" dirty="0"/>
              <a:t>-&gt; </a:t>
            </a:r>
            <a:r>
              <a:rPr lang="ko-KR" altLang="en-US" dirty="0"/>
              <a:t>최소 </a:t>
            </a:r>
            <a:r>
              <a:rPr lang="en-US" altLang="ko-KR" dirty="0"/>
              <a:t>grain size</a:t>
            </a:r>
            <a:r>
              <a:rPr lang="ko-KR" altLang="en-US" dirty="0"/>
              <a:t>는 </a:t>
            </a:r>
            <a:r>
              <a:rPr lang="en-US" altLang="ko-KR" dirty="0"/>
              <a:t>10nm</a:t>
            </a:r>
            <a:r>
              <a:rPr lang="ko-KR" altLang="en-US" dirty="0"/>
              <a:t>로 설정</a:t>
            </a:r>
            <a:r>
              <a:rPr lang="en-US" altLang="ko-KR" dirty="0"/>
              <a:t>(</a:t>
            </a:r>
            <a:r>
              <a:rPr lang="ko-KR" altLang="en-US" dirty="0"/>
              <a:t> </a:t>
            </a:r>
            <a:r>
              <a:rPr lang="en-US" altLang="ko-KR" dirty="0"/>
              <a:t>noise</a:t>
            </a:r>
            <a:r>
              <a:rPr lang="ko-KR" altLang="en-US" dirty="0"/>
              <a:t> 제거를 위해 필요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grain</a:t>
            </a:r>
            <a:r>
              <a:rPr lang="ko-KR" altLang="en-US" dirty="0"/>
              <a:t>을 인식하는 과정에서의 오류를 잡기 위해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grain size 50nm</a:t>
            </a:r>
            <a:r>
              <a:rPr lang="ko-KR" altLang="en-US" dirty="0"/>
              <a:t>로 설정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5</a:t>
            </a:r>
            <a:r>
              <a:rPr lang="ko-KR" altLang="en-US" b="1" dirty="0"/>
              <a:t>단계</a:t>
            </a:r>
            <a:r>
              <a:rPr lang="en-US" altLang="ko-KR" b="1" dirty="0"/>
              <a:t>) Boundary </a:t>
            </a:r>
            <a:r>
              <a:rPr lang="ko-KR" altLang="en-US" b="1" dirty="0"/>
              <a:t>신뢰도 평가 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경계 주변의 </a:t>
            </a:r>
            <a:r>
              <a:rPr lang="en-US" altLang="ko-KR" dirty="0"/>
              <a:t>Phase </a:t>
            </a:r>
            <a:r>
              <a:rPr lang="ko-KR" altLang="en-US" dirty="0"/>
              <a:t>변화량</a:t>
            </a:r>
            <a:r>
              <a:rPr lang="en-US" altLang="ko-KR" dirty="0"/>
              <a:t>, </a:t>
            </a:r>
            <a:r>
              <a:rPr lang="ko-KR" altLang="en-US" dirty="0"/>
              <a:t>실제 경계와의 일치 정도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grain </a:t>
            </a:r>
            <a:r>
              <a:rPr lang="ko-KR" altLang="en-US" dirty="0"/>
              <a:t>크기를 함께 반영했으며</a:t>
            </a:r>
            <a:r>
              <a:rPr lang="en-US" altLang="ko-KR" dirty="0"/>
              <a:t>, </a:t>
            </a:r>
            <a:r>
              <a:rPr lang="ko-KR" altLang="en-US" dirty="0"/>
              <a:t>점수가 높을수록 경계가 더 선명하고 신뢰할 수 있는 </a:t>
            </a:r>
            <a:r>
              <a:rPr lang="en-US" altLang="ko-KR" dirty="0"/>
              <a:t>grain</a:t>
            </a:r>
            <a:r>
              <a:rPr lang="ko-KR" altLang="en-US" dirty="0"/>
              <a:t>으로 판단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6</a:t>
            </a:r>
            <a:r>
              <a:rPr lang="ko-KR" altLang="en-US" b="1" dirty="0"/>
              <a:t>단계</a:t>
            </a:r>
            <a:r>
              <a:rPr lang="en-US" altLang="ko-KR" b="1" dirty="0"/>
              <a:t>) </a:t>
            </a:r>
            <a:r>
              <a:rPr lang="ko-KR" altLang="en-US" b="1" dirty="0"/>
              <a:t>최종 </a:t>
            </a:r>
            <a:r>
              <a:rPr lang="en-US" altLang="ko-KR" b="1" dirty="0"/>
              <a:t>200</a:t>
            </a:r>
            <a:r>
              <a:rPr lang="ko-KR" altLang="en-US" b="1" dirty="0"/>
              <a:t>개 선정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- Grain </a:t>
            </a:r>
            <a:r>
              <a:rPr lang="ko-KR" altLang="en-US" dirty="0"/>
              <a:t>경계가 선명하고 구분하기 쉬운 순서대로 후보를 정렬하고</a:t>
            </a:r>
            <a:r>
              <a:rPr lang="en-US" altLang="ko-KR" dirty="0"/>
              <a:t>, </a:t>
            </a:r>
            <a:r>
              <a:rPr lang="ko-KR" altLang="en-US" dirty="0"/>
              <a:t>경계가 가장 뚜렷한 상위 </a:t>
            </a:r>
            <a:r>
              <a:rPr lang="en-US" altLang="ko-KR" dirty="0"/>
              <a:t>200</a:t>
            </a:r>
            <a:r>
              <a:rPr lang="ko-KR" altLang="en-US" dirty="0"/>
              <a:t>개를 최종 분석 대상으로 선정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4980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BC7834-6FBC-62C2-2D3E-7E44A4612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96" y="547930"/>
            <a:ext cx="4246680" cy="42677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CAC99F-55F3-6FAA-6602-7AB878F13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11" y="547930"/>
            <a:ext cx="3853030" cy="268404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1DB8C6-97E4-59FE-FFCB-86896CF71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678" y="3429000"/>
            <a:ext cx="5652230" cy="4198016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C4A3803-1496-749C-C374-DC715A9B875E}"/>
              </a:ext>
            </a:extLst>
          </p:cNvPr>
          <p:cNvSpPr/>
          <p:nvPr/>
        </p:nvSpPr>
        <p:spPr>
          <a:xfrm>
            <a:off x="214396" y="547930"/>
            <a:ext cx="4246680" cy="7582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A4674-C3DE-EF4F-5E43-BBF7CE650FA0}"/>
              </a:ext>
            </a:extLst>
          </p:cNvPr>
          <p:cNvSpPr txBox="1"/>
          <p:nvPr/>
        </p:nvSpPr>
        <p:spPr>
          <a:xfrm>
            <a:off x="2154725" y="1306214"/>
            <a:ext cx="34868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웨이퍼 텍스트 데이터 입력하여서 </a:t>
            </a:r>
            <a:r>
              <a:rPr lang="en-US" altLang="ko-KR" sz="1000" dirty="0">
                <a:solidFill>
                  <a:srgbClr val="C00000"/>
                </a:solidFill>
              </a:rPr>
              <a:t>grain </a:t>
            </a:r>
            <a:r>
              <a:rPr lang="ko-KR" altLang="en-US" sz="1000" dirty="0">
                <a:solidFill>
                  <a:srgbClr val="C00000"/>
                </a:solidFill>
              </a:rPr>
              <a:t>인정 </a:t>
            </a:r>
            <a:r>
              <a:rPr lang="ko-KR" altLang="en-US" sz="1000" dirty="0" err="1">
                <a:solidFill>
                  <a:srgbClr val="C00000"/>
                </a:solidFill>
              </a:rPr>
              <a:t>임계값</a:t>
            </a:r>
            <a:r>
              <a:rPr lang="ko-KR" altLang="en-US" sz="1000" dirty="0">
                <a:solidFill>
                  <a:srgbClr val="C00000"/>
                </a:solidFill>
              </a:rPr>
              <a:t> 설정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E3EEE-1E36-E493-04CB-24209641B5B8}"/>
              </a:ext>
            </a:extLst>
          </p:cNvPr>
          <p:cNvSpPr txBox="1"/>
          <p:nvPr/>
        </p:nvSpPr>
        <p:spPr>
          <a:xfrm>
            <a:off x="-69313" y="5416465"/>
            <a:ext cx="5873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웨이퍼에서 측정된 주변 픽셀 간 </a:t>
            </a:r>
            <a:r>
              <a:rPr lang="en-US" altLang="ko-KR" sz="1200" b="1" dirty="0"/>
              <a:t>deg </a:t>
            </a:r>
            <a:r>
              <a:rPr lang="ko-KR" altLang="en-US" sz="1200" b="1" dirty="0"/>
              <a:t>변화량의 상위 기준을 </a:t>
            </a:r>
            <a:r>
              <a:rPr lang="en-US" altLang="ko-KR" sz="1200" b="1" dirty="0"/>
              <a:t>Baseline</a:t>
            </a:r>
            <a:r>
              <a:rPr lang="ko-KR" altLang="en-US" sz="1200" b="1" dirty="0"/>
              <a:t>으로 설정하고</a:t>
            </a:r>
            <a:endParaRPr lang="en-US" altLang="ko-KR" sz="1200" b="1" dirty="0"/>
          </a:p>
          <a:p>
            <a:r>
              <a:rPr lang="en-US" altLang="ko-KR" sz="1200" b="1" dirty="0"/>
              <a:t> </a:t>
            </a:r>
            <a:r>
              <a:rPr lang="ko-KR" altLang="en-US" sz="1200" b="1" dirty="0" err="1"/>
              <a:t>인듐</a:t>
            </a:r>
            <a:r>
              <a:rPr lang="ko-KR" altLang="en-US" sz="1200" b="1" dirty="0"/>
              <a:t> 데이터에서 이 기준을 초과하는 </a:t>
            </a:r>
            <a:r>
              <a:rPr lang="en-US" altLang="ko-KR" sz="1200" b="1" dirty="0"/>
              <a:t>Seed</a:t>
            </a:r>
            <a:r>
              <a:rPr lang="ko-KR" altLang="en-US" sz="1200" b="1" dirty="0"/>
              <a:t>만 </a:t>
            </a:r>
            <a:r>
              <a:rPr lang="en-US" altLang="ko-KR" sz="1200" b="1" dirty="0"/>
              <a:t>Grain </a:t>
            </a:r>
            <a:r>
              <a:rPr lang="ko-KR" altLang="en-US" sz="1200" b="1" dirty="0"/>
              <a:t>후보로 유지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8CB219-2581-3E56-8816-CECA5C05FABD}"/>
              </a:ext>
            </a:extLst>
          </p:cNvPr>
          <p:cNvSpPr txBox="1"/>
          <p:nvPr/>
        </p:nvSpPr>
        <p:spPr>
          <a:xfrm>
            <a:off x="3111886" y="2119297"/>
            <a:ext cx="2842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웨이퍼 기준 주변 </a:t>
            </a:r>
            <a:r>
              <a:rPr lang="en-US" altLang="ko-KR" sz="1000" dirty="0">
                <a:solidFill>
                  <a:srgbClr val="C00000"/>
                </a:solidFill>
              </a:rPr>
              <a:t>deg </a:t>
            </a:r>
            <a:r>
              <a:rPr lang="ko-KR" altLang="en-US" sz="1000" dirty="0">
                <a:solidFill>
                  <a:srgbClr val="C00000"/>
                </a:solidFill>
              </a:rPr>
              <a:t>차이의 중 상위 몇 </a:t>
            </a:r>
            <a:r>
              <a:rPr lang="en-US" altLang="ko-KR" sz="1000" dirty="0">
                <a:solidFill>
                  <a:srgbClr val="C00000"/>
                </a:solidFill>
              </a:rPr>
              <a:t>%</a:t>
            </a:r>
            <a:r>
              <a:rPr lang="ko-KR" altLang="en-US" sz="1000" dirty="0">
                <a:solidFill>
                  <a:srgbClr val="C00000"/>
                </a:solidFill>
              </a:rPr>
              <a:t>를 </a:t>
            </a:r>
            <a:endParaRPr lang="en-US" altLang="ko-KR" sz="1000" dirty="0">
              <a:solidFill>
                <a:srgbClr val="C00000"/>
              </a:solidFill>
            </a:endParaRPr>
          </a:p>
          <a:p>
            <a:r>
              <a:rPr lang="en-US" altLang="ko-KR" sz="1000" dirty="0">
                <a:solidFill>
                  <a:srgbClr val="C00000"/>
                </a:solidFill>
              </a:rPr>
              <a:t>threshold</a:t>
            </a:r>
            <a:r>
              <a:rPr lang="ko-KR" altLang="en-US" sz="1000" dirty="0">
                <a:solidFill>
                  <a:srgbClr val="C00000"/>
                </a:solidFill>
              </a:rPr>
              <a:t>으로 </a:t>
            </a:r>
            <a:r>
              <a:rPr lang="ko-KR" altLang="en-US" sz="1000" dirty="0" err="1">
                <a:solidFill>
                  <a:srgbClr val="C00000"/>
                </a:solidFill>
              </a:rPr>
              <a:t>잡을것인지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2E7E119-0EAB-0E75-5898-76ACF058CC07}"/>
              </a:ext>
            </a:extLst>
          </p:cNvPr>
          <p:cNvCxnSpPr/>
          <p:nvPr/>
        </p:nvCxnSpPr>
        <p:spPr>
          <a:xfrm>
            <a:off x="443620" y="2132884"/>
            <a:ext cx="306007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5BAE6CE-0503-DE2C-1B1A-229B62E7B742}"/>
              </a:ext>
            </a:extLst>
          </p:cNvPr>
          <p:cNvCxnSpPr/>
          <p:nvPr/>
        </p:nvCxnSpPr>
        <p:spPr>
          <a:xfrm>
            <a:off x="2245259" y="4902201"/>
            <a:ext cx="0" cy="51426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87CD3ED-137C-0744-C093-3AE14686EE0E}"/>
              </a:ext>
            </a:extLst>
          </p:cNvPr>
          <p:cNvSpPr txBox="1"/>
          <p:nvPr/>
        </p:nvSpPr>
        <p:spPr>
          <a:xfrm>
            <a:off x="9820275" y="613716"/>
            <a:ext cx="55851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 dirty="0">
                <a:solidFill>
                  <a:srgbClr val="C00000"/>
                </a:solidFill>
              </a:rPr>
              <a:t>Grain</a:t>
            </a:r>
            <a:r>
              <a:rPr lang="ko-KR" altLang="en-US" sz="1200" dirty="0">
                <a:solidFill>
                  <a:srgbClr val="C00000"/>
                </a:solidFill>
              </a:rPr>
              <a:t>을 찾기 위한 </a:t>
            </a:r>
            <a:r>
              <a:rPr lang="en-US" altLang="ko-KR" sz="1200" dirty="0">
                <a:solidFill>
                  <a:srgbClr val="C00000"/>
                </a:solidFill>
              </a:rPr>
              <a:t>phase</a:t>
            </a:r>
            <a:r>
              <a:rPr lang="ko-KR" altLang="en-US" sz="1200" dirty="0">
                <a:solidFill>
                  <a:srgbClr val="C00000"/>
                </a:solidFill>
              </a:rPr>
              <a:t> 텍스트 데이터 입력</a:t>
            </a:r>
            <a:r>
              <a:rPr lang="en-US" altLang="ko-KR" sz="1200" dirty="0">
                <a:solidFill>
                  <a:srgbClr val="C00000"/>
                </a:solidFill>
              </a:rPr>
              <a:t>( </a:t>
            </a:r>
            <a:r>
              <a:rPr lang="ko-KR" altLang="en-US" sz="1200" dirty="0">
                <a:solidFill>
                  <a:srgbClr val="C00000"/>
                </a:solidFill>
              </a:rPr>
              <a:t>주 데이터</a:t>
            </a:r>
            <a:r>
              <a:rPr lang="en-US" altLang="ko-KR" sz="1200" dirty="0">
                <a:solidFill>
                  <a:srgbClr val="C00000"/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en-US" altLang="ko-KR" sz="12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200" dirty="0">
                <a:solidFill>
                  <a:srgbClr val="C00000"/>
                </a:solidFill>
              </a:rPr>
              <a:t> AFM</a:t>
            </a:r>
            <a:r>
              <a:rPr lang="ko-KR" altLang="en-US" sz="1200" dirty="0">
                <a:solidFill>
                  <a:srgbClr val="C00000"/>
                </a:solidFill>
              </a:rPr>
              <a:t>에서 저장한 원본 </a:t>
            </a:r>
            <a:r>
              <a:rPr lang="en-US" altLang="ko-KR" sz="1200" dirty="0">
                <a:solidFill>
                  <a:srgbClr val="C00000"/>
                </a:solidFill>
              </a:rPr>
              <a:t>Phase </a:t>
            </a:r>
            <a:r>
              <a:rPr lang="ko-KR" altLang="en-US" sz="1200" dirty="0">
                <a:solidFill>
                  <a:srgbClr val="C00000"/>
                </a:solidFill>
              </a:rPr>
              <a:t>이미지</a:t>
            </a:r>
            <a:endParaRPr lang="en-US" altLang="ko-KR" sz="12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endParaRPr lang="en-US" altLang="ko-KR" sz="12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200" dirty="0">
                <a:solidFill>
                  <a:srgbClr val="C00000"/>
                </a:solidFill>
              </a:rPr>
              <a:t> Seed </a:t>
            </a:r>
            <a:r>
              <a:rPr lang="ko-KR" altLang="en-US" sz="1200" dirty="0">
                <a:solidFill>
                  <a:srgbClr val="C00000"/>
                </a:solidFill>
              </a:rPr>
              <a:t>위치 확인을 위한 반전 이미지</a:t>
            </a:r>
            <a:endParaRPr lang="en-US" altLang="ko-KR" sz="12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endParaRPr lang="en-US" altLang="ko-KR" sz="12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200" dirty="0">
                <a:solidFill>
                  <a:srgbClr val="C00000"/>
                </a:solidFill>
              </a:rPr>
              <a:t> height </a:t>
            </a:r>
            <a:r>
              <a:rPr lang="ko-KR" altLang="en-US" sz="1200" dirty="0">
                <a:solidFill>
                  <a:srgbClr val="C00000"/>
                </a:solidFill>
              </a:rPr>
              <a:t>데이터의 거칠기 를 계산해서 </a:t>
            </a:r>
            <a:r>
              <a:rPr lang="en-US" altLang="ko-KR" sz="1200" dirty="0">
                <a:solidFill>
                  <a:srgbClr val="C00000"/>
                </a:solidFill>
              </a:rPr>
              <a:t>Grain</a:t>
            </a:r>
            <a:r>
              <a:rPr lang="ko-KR" altLang="en-US" sz="1200" dirty="0">
                <a:solidFill>
                  <a:srgbClr val="C00000"/>
                </a:solidFill>
              </a:rPr>
              <a:t>이 있는 사전에 판정하는 용도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AD33D4B-115E-5110-32D5-A8F4DD5AFA61}"/>
              </a:ext>
            </a:extLst>
          </p:cNvPr>
          <p:cNvCxnSpPr>
            <a:cxnSpLocks/>
          </p:cNvCxnSpPr>
          <p:nvPr/>
        </p:nvCxnSpPr>
        <p:spPr>
          <a:xfrm>
            <a:off x="5859827" y="715816"/>
            <a:ext cx="212962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9725B90-95F8-2F78-4EC0-A0379B12633C}"/>
              </a:ext>
            </a:extLst>
          </p:cNvPr>
          <p:cNvCxnSpPr>
            <a:cxnSpLocks/>
          </p:cNvCxnSpPr>
          <p:nvPr/>
        </p:nvCxnSpPr>
        <p:spPr>
          <a:xfrm>
            <a:off x="5954331" y="1108361"/>
            <a:ext cx="317119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0992D44-BA01-BFB9-206B-23B490B9D134}"/>
              </a:ext>
            </a:extLst>
          </p:cNvPr>
          <p:cNvCxnSpPr>
            <a:cxnSpLocks/>
          </p:cNvCxnSpPr>
          <p:nvPr/>
        </p:nvCxnSpPr>
        <p:spPr>
          <a:xfrm>
            <a:off x="5954331" y="1492393"/>
            <a:ext cx="241381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D87E50D-08DF-01B0-ADFB-A98B45B575D4}"/>
              </a:ext>
            </a:extLst>
          </p:cNvPr>
          <p:cNvCxnSpPr>
            <a:cxnSpLocks/>
          </p:cNvCxnSpPr>
          <p:nvPr/>
        </p:nvCxnSpPr>
        <p:spPr>
          <a:xfrm>
            <a:off x="5954331" y="1889953"/>
            <a:ext cx="307883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CD7D7EF0-B875-0F6B-E2AF-F061A9E186DF}"/>
              </a:ext>
            </a:extLst>
          </p:cNvPr>
          <p:cNvSpPr/>
          <p:nvPr/>
        </p:nvSpPr>
        <p:spPr>
          <a:xfrm flipH="1">
            <a:off x="3951216" y="2750229"/>
            <a:ext cx="581891" cy="1937226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D2EACA-DE17-7047-4CD7-15B4C8CD65D2}"/>
              </a:ext>
            </a:extLst>
          </p:cNvPr>
          <p:cNvSpPr txBox="1"/>
          <p:nvPr/>
        </p:nvSpPr>
        <p:spPr>
          <a:xfrm>
            <a:off x="4522187" y="3570762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C00000"/>
                </a:solidFill>
              </a:rPr>
              <a:t>추출데이터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ED1ED4-EC0F-6607-008D-FEA24F93D62F}"/>
              </a:ext>
            </a:extLst>
          </p:cNvPr>
          <p:cNvSpPr txBox="1"/>
          <p:nvPr/>
        </p:nvSpPr>
        <p:spPr>
          <a:xfrm>
            <a:off x="9833334" y="4007535"/>
            <a:ext cx="16658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C00000"/>
                </a:solidFill>
              </a:rPr>
              <a:t>최종 분석 데이터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E10B35-37AB-52F5-6B10-D5B12197A3A4}"/>
              </a:ext>
            </a:extLst>
          </p:cNvPr>
          <p:cNvSpPr txBox="1"/>
          <p:nvPr/>
        </p:nvSpPr>
        <p:spPr>
          <a:xfrm>
            <a:off x="201128" y="6017297"/>
            <a:ext cx="3697023" cy="55399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문제점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웨이퍼 데이터가 </a:t>
            </a:r>
            <a:r>
              <a:rPr lang="en-US" altLang="ko-KR" sz="1000" dirty="0"/>
              <a:t>1</a:t>
            </a:r>
            <a:r>
              <a:rPr lang="ko-KR" altLang="en-US" sz="1000" dirty="0" err="1"/>
              <a:t>개뿐이라</a:t>
            </a:r>
            <a:r>
              <a:rPr lang="ko-KR" altLang="en-US" sz="1000" dirty="0"/>
              <a:t> 기준 설정 후 다른 웨이퍼 데이터에 대한 정상 동작 여부 검증 불가</a:t>
            </a:r>
            <a:endParaRPr lang="en-US" altLang="ko-KR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AFEE1E-65EF-DD31-B7AA-F87F42DCD947}"/>
              </a:ext>
            </a:extLst>
          </p:cNvPr>
          <p:cNvSpPr txBox="1"/>
          <p:nvPr/>
        </p:nvSpPr>
        <p:spPr>
          <a:xfrm>
            <a:off x="0" y="15333"/>
            <a:ext cx="2575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코드 실행 </a:t>
            </a:r>
            <a:r>
              <a:rPr lang="en-US" altLang="ko-KR" sz="2000" b="1" dirty="0"/>
              <a:t>Workflow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3311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7545BB3-653C-8622-6323-1DF9E71D5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75" r="76953" b="8125"/>
          <a:stretch/>
        </p:blipFill>
        <p:spPr>
          <a:xfrm>
            <a:off x="196682" y="493845"/>
            <a:ext cx="2809875" cy="29241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830FB5-9F21-32A5-6C25-847DEB9D8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2" t="7006" r="25781"/>
          <a:stretch/>
        </p:blipFill>
        <p:spPr>
          <a:xfrm>
            <a:off x="142875" y="3306686"/>
            <a:ext cx="2809875" cy="34465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A405F6-B628-18FF-57BB-91BCBECCF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12" t="7006"/>
          <a:stretch/>
        </p:blipFill>
        <p:spPr>
          <a:xfrm>
            <a:off x="6661591" y="3306686"/>
            <a:ext cx="2705100" cy="344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1C9E92-9F09-06C4-5C88-0549F78938B8}"/>
              </a:ext>
            </a:extLst>
          </p:cNvPr>
          <p:cNvSpPr txBox="1"/>
          <p:nvPr/>
        </p:nvSpPr>
        <p:spPr>
          <a:xfrm>
            <a:off x="3060364" y="1955932"/>
            <a:ext cx="31119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Seed </a:t>
            </a:r>
            <a:r>
              <a:rPr lang="ko-KR" altLang="en-US" sz="1500" dirty="0"/>
              <a:t>후보가 육안으로 추정되는 </a:t>
            </a:r>
            <a:endParaRPr lang="en-US" altLang="ko-KR" sz="1500" dirty="0"/>
          </a:p>
          <a:p>
            <a:r>
              <a:rPr lang="en-US" altLang="ko-KR" sz="1500" dirty="0"/>
              <a:t>grain </a:t>
            </a:r>
            <a:r>
              <a:rPr lang="ko-KR" altLang="en-US" sz="1500" dirty="0"/>
              <a:t>구조와 일치하는지 확인하기</a:t>
            </a:r>
            <a:endParaRPr lang="en-US" altLang="ko-KR" sz="1500" dirty="0"/>
          </a:p>
          <a:p>
            <a:r>
              <a:rPr lang="ko-KR" altLang="en-US" sz="1500" dirty="0"/>
              <a:t> 위한</a:t>
            </a:r>
            <a:r>
              <a:rPr lang="en-US" altLang="ko-KR" sz="1500" dirty="0"/>
              <a:t> </a:t>
            </a:r>
            <a:r>
              <a:rPr lang="ko-KR" altLang="en-US" sz="1500" dirty="0"/>
              <a:t>반전 이미지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85945D-018A-6ECF-07D2-566F17A9F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7" t="12975" r="50000" b="8125"/>
          <a:stretch/>
        </p:blipFill>
        <p:spPr>
          <a:xfrm>
            <a:off x="6483414" y="382511"/>
            <a:ext cx="2942253" cy="2924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63D6E4-9517-4205-C3E4-49A0DF6D8562}"/>
              </a:ext>
            </a:extLst>
          </p:cNvPr>
          <p:cNvSpPr txBox="1"/>
          <p:nvPr/>
        </p:nvSpPr>
        <p:spPr>
          <a:xfrm>
            <a:off x="9307091" y="1955933"/>
            <a:ext cx="4335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원본 이미지 위에 </a:t>
            </a:r>
            <a:endParaRPr lang="en-US" altLang="ko-KR" sz="1500" dirty="0"/>
          </a:p>
          <a:p>
            <a:r>
              <a:rPr lang="ko-KR" altLang="en-US" sz="1500" dirty="0"/>
              <a:t>검출된 </a:t>
            </a:r>
            <a:r>
              <a:rPr lang="en-US" altLang="ko-KR" sz="1500" dirty="0"/>
              <a:t>Seed </a:t>
            </a:r>
            <a:r>
              <a:rPr lang="ko-KR" altLang="en-US" sz="1500" dirty="0"/>
              <a:t>후보와 추출된 </a:t>
            </a:r>
            <a:r>
              <a:rPr lang="en-US" altLang="ko-KR" sz="1500" dirty="0"/>
              <a:t>Boundary(</a:t>
            </a:r>
            <a:r>
              <a:rPr lang="ko-KR" altLang="en-US" sz="1500" dirty="0"/>
              <a:t>빨간색</a:t>
            </a:r>
            <a:r>
              <a:rPr lang="en-US" altLang="ko-KR" sz="1500" dirty="0"/>
              <a:t>)</a:t>
            </a:r>
            <a:r>
              <a:rPr lang="ko-KR" altLang="en-US" sz="1500" dirty="0"/>
              <a:t>를 </a:t>
            </a:r>
            <a:r>
              <a:rPr lang="en-US" altLang="ko-KR" sz="1500" dirty="0"/>
              <a:t>overlay</a:t>
            </a:r>
            <a:r>
              <a:rPr lang="ko-KR" altLang="en-US" sz="1500" dirty="0"/>
              <a:t>한 결과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26D42-62C1-0DA1-DE8D-AB0BEEEAA4DA}"/>
              </a:ext>
            </a:extLst>
          </p:cNvPr>
          <p:cNvSpPr txBox="1"/>
          <p:nvPr/>
        </p:nvSpPr>
        <p:spPr>
          <a:xfrm>
            <a:off x="2912171" y="5274177"/>
            <a:ext cx="419730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전체 </a:t>
            </a:r>
            <a:r>
              <a:rPr lang="en-US" altLang="ko-KR" sz="1500" dirty="0"/>
              <a:t>seed </a:t>
            </a:r>
            <a:r>
              <a:rPr lang="ko-KR" altLang="en-US" sz="1500" dirty="0"/>
              <a:t>중</a:t>
            </a:r>
            <a:endParaRPr lang="en-US" altLang="ko-KR" sz="1500" dirty="0"/>
          </a:p>
          <a:p>
            <a:r>
              <a:rPr lang="ko-KR" altLang="en-US" sz="1500" dirty="0"/>
              <a:t> </a:t>
            </a:r>
            <a:r>
              <a:rPr lang="en-US" altLang="ko-KR" sz="1500" dirty="0"/>
              <a:t>boundary</a:t>
            </a:r>
            <a:r>
              <a:rPr lang="ko-KR" altLang="en-US" sz="1500" dirty="0"/>
              <a:t>신뢰성이 높은 상위</a:t>
            </a:r>
            <a:r>
              <a:rPr lang="en-US" altLang="ko-KR" sz="1500" dirty="0"/>
              <a:t> 200</a:t>
            </a:r>
            <a:r>
              <a:rPr lang="ko-KR" altLang="en-US" sz="1500" dirty="0"/>
              <a:t>개</a:t>
            </a:r>
            <a:r>
              <a:rPr lang="en-US" altLang="ko-KR" sz="1500" dirty="0"/>
              <a:t>-&gt; </a:t>
            </a:r>
            <a:r>
              <a:rPr lang="ko-KR" altLang="en-US" sz="1500" dirty="0"/>
              <a:t>주황색</a:t>
            </a:r>
            <a:endParaRPr lang="en-US" altLang="ko-KR" sz="1500" dirty="0"/>
          </a:p>
          <a:p>
            <a:r>
              <a:rPr lang="ko-KR" altLang="en-US" sz="1500" dirty="0"/>
              <a:t>선택 받지 못한</a:t>
            </a:r>
            <a:r>
              <a:rPr lang="en-US" altLang="ko-KR" sz="1500" dirty="0"/>
              <a:t>seed</a:t>
            </a:r>
            <a:r>
              <a:rPr lang="ko-KR" altLang="en-US" sz="1500" dirty="0"/>
              <a:t>는 회색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0C4F4-D3AB-B3A0-BA72-699E5CAF8A06}"/>
              </a:ext>
            </a:extLst>
          </p:cNvPr>
          <p:cNvSpPr txBox="1"/>
          <p:nvPr/>
        </p:nvSpPr>
        <p:spPr>
          <a:xfrm>
            <a:off x="9157633" y="5309690"/>
            <a:ext cx="47692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최종 선택된 </a:t>
            </a:r>
            <a:r>
              <a:rPr lang="en-US" altLang="ko-KR" sz="1500" dirty="0"/>
              <a:t>200</a:t>
            </a:r>
            <a:r>
              <a:rPr lang="ko-KR" altLang="en-US" sz="1500" dirty="0"/>
              <a:t>개의 </a:t>
            </a:r>
            <a:r>
              <a:rPr lang="en-US" altLang="ko-KR" sz="1500" dirty="0"/>
              <a:t>Seed</a:t>
            </a:r>
            <a:r>
              <a:rPr lang="ko-KR" altLang="en-US" sz="1500" dirty="0"/>
              <a:t>에 대한 평균 </a:t>
            </a:r>
            <a:r>
              <a:rPr lang="en-US" altLang="ko-KR" sz="1500" dirty="0"/>
              <a:t>Grain Size</a:t>
            </a:r>
            <a:r>
              <a:rPr lang="ko-KR" altLang="en-US" sz="1500" dirty="0"/>
              <a:t>와 </a:t>
            </a:r>
            <a:endParaRPr lang="en-US" altLang="ko-KR" sz="1500" dirty="0"/>
          </a:p>
          <a:p>
            <a:r>
              <a:rPr lang="ko-KR" altLang="en-US" sz="1500" dirty="0"/>
              <a:t>전체 </a:t>
            </a:r>
            <a:r>
              <a:rPr lang="en-US" altLang="ko-KR" sz="1500" dirty="0"/>
              <a:t>Seed</a:t>
            </a:r>
            <a:r>
              <a:rPr lang="ko-KR" altLang="en-US" sz="1500" dirty="0"/>
              <a:t>의 평균 </a:t>
            </a:r>
            <a:r>
              <a:rPr lang="en-US" altLang="ko-KR" sz="1500" dirty="0"/>
              <a:t>Grain Size</a:t>
            </a:r>
            <a:r>
              <a:rPr lang="ko-KR" altLang="en-US" sz="1500" dirty="0"/>
              <a:t>를 비교한 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BD2B4-4E83-4BC6-643D-B7B15FB6ED59}"/>
              </a:ext>
            </a:extLst>
          </p:cNvPr>
          <p:cNvSpPr txBox="1"/>
          <p:nvPr/>
        </p:nvSpPr>
        <p:spPr>
          <a:xfrm>
            <a:off x="0" y="28033"/>
            <a:ext cx="5702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Seed </a:t>
            </a:r>
            <a:r>
              <a:rPr lang="ko-KR" altLang="en-US" sz="2000" b="1" dirty="0"/>
              <a:t>검출 및 </a:t>
            </a:r>
            <a:r>
              <a:rPr lang="en-US" altLang="ko-KR" sz="2000" b="1" dirty="0"/>
              <a:t>Grain Size </a:t>
            </a:r>
            <a:r>
              <a:rPr lang="ko-KR" altLang="en-US" sz="2000" b="1" dirty="0"/>
              <a:t>분석 결과 출력 데이터</a:t>
            </a:r>
          </a:p>
        </p:txBody>
      </p:sp>
    </p:spTree>
    <p:extLst>
      <p:ext uri="{BB962C8B-B14F-4D97-AF65-F5344CB8AC3E}">
        <p14:creationId xmlns:p14="http://schemas.microsoft.com/office/powerpoint/2010/main" val="153019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69CE279-265C-533F-C007-BFA7FED01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6"/>
          <a:stretch/>
        </p:blipFill>
        <p:spPr>
          <a:xfrm>
            <a:off x="0" y="369332"/>
            <a:ext cx="12192000" cy="344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08EB0-C6A0-30A6-A263-0A0BBA58043B}"/>
              </a:ext>
            </a:extLst>
          </p:cNvPr>
          <p:cNvSpPr txBox="1"/>
          <p:nvPr/>
        </p:nvSpPr>
        <p:spPr>
          <a:xfrm>
            <a:off x="76200" y="108846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In_0.11M_350’C [</a:t>
            </a:r>
            <a:r>
              <a:rPr lang="ko-KR" altLang="en-US" b="1" dirty="0"/>
              <a:t>최적 기준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14D955-BDD7-FDF5-AB9B-BDCE8F149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5"/>
          <a:stretch/>
        </p:blipFill>
        <p:spPr>
          <a:xfrm>
            <a:off x="0" y="4185203"/>
            <a:ext cx="12192000" cy="3341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6E6ED5-12E7-530B-69E0-70C6A3FFB5D1}"/>
              </a:ext>
            </a:extLst>
          </p:cNvPr>
          <p:cNvSpPr txBox="1"/>
          <p:nvPr/>
        </p:nvSpPr>
        <p:spPr>
          <a:xfrm>
            <a:off x="76200" y="3967512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In_0.2M_200’C</a:t>
            </a:r>
            <a:endParaRPr lang="ko-KR" altLang="en-US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0CEC72F-39F6-5406-3591-2868FD3E35B4}"/>
              </a:ext>
            </a:extLst>
          </p:cNvPr>
          <p:cNvSpPr/>
          <p:nvPr/>
        </p:nvSpPr>
        <p:spPr>
          <a:xfrm>
            <a:off x="10953750" y="553998"/>
            <a:ext cx="1428750" cy="6937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C5E2070-AE38-48B3-BD4A-24B41D0663CB}"/>
              </a:ext>
            </a:extLst>
          </p:cNvPr>
          <p:cNvSpPr/>
          <p:nvPr/>
        </p:nvSpPr>
        <p:spPr>
          <a:xfrm>
            <a:off x="10982325" y="4329941"/>
            <a:ext cx="1428750" cy="6937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5C2AC-D237-69FD-D11C-63ABB0D6C5AD}"/>
              </a:ext>
            </a:extLst>
          </p:cNvPr>
          <p:cNvSpPr txBox="1"/>
          <p:nvPr/>
        </p:nvSpPr>
        <p:spPr>
          <a:xfrm>
            <a:off x="10756178" y="2434915"/>
            <a:ext cx="2983345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문제점</a:t>
            </a:r>
            <a:endParaRPr lang="en-US" altLang="ko-KR" sz="1000" dirty="0"/>
          </a:p>
          <a:p>
            <a:pPr marL="171450" indent="-171450">
              <a:buFontTx/>
              <a:buChar char="-"/>
            </a:pPr>
            <a:r>
              <a:rPr lang="ko-KR" altLang="en-US" sz="1000" dirty="0"/>
              <a:t>각 공정별 소자 데이터 분석 값에 차이가 없음</a:t>
            </a:r>
            <a:r>
              <a:rPr lang="en-US" altLang="ko-KR" sz="100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sz="1000" dirty="0"/>
          </a:p>
          <a:p>
            <a:r>
              <a:rPr lang="ko-KR" altLang="en-US" sz="1000" dirty="0" err="1"/>
              <a:t>도율</a:t>
            </a:r>
            <a:r>
              <a:rPr lang="ko-KR" altLang="en-US" sz="1000" dirty="0"/>
              <a:t> 선배 코드에서도 동일한 문제</a:t>
            </a:r>
            <a:endParaRPr lang="en-US" altLang="ko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20F771-99C6-CE85-C36E-4EA3913D1772}"/>
              </a:ext>
            </a:extLst>
          </p:cNvPr>
          <p:cNvSpPr txBox="1"/>
          <p:nvPr/>
        </p:nvSpPr>
        <p:spPr>
          <a:xfrm>
            <a:off x="1040254" y="2092601"/>
            <a:ext cx="3697023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문제점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 err="1"/>
              <a:t>반전이미지</a:t>
            </a:r>
            <a:r>
              <a:rPr lang="ko-KR" altLang="en-US" sz="1000" dirty="0"/>
              <a:t> 상의</a:t>
            </a:r>
            <a:r>
              <a:rPr lang="en-US" altLang="ko-KR" sz="1000" dirty="0"/>
              <a:t>grain </a:t>
            </a:r>
            <a:r>
              <a:rPr lang="ko-KR" altLang="en-US" sz="1000" dirty="0"/>
              <a:t>추측 위치가 인식되지 않음 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1.</a:t>
            </a:r>
            <a:r>
              <a:rPr lang="ko-KR" altLang="en-US" sz="1000" dirty="0"/>
              <a:t> 다르게 추출되는 이유를 찾지 못함</a:t>
            </a:r>
            <a:endParaRPr lang="en-US" altLang="ko-KR" sz="1000" dirty="0"/>
          </a:p>
          <a:p>
            <a:r>
              <a:rPr lang="en-US" altLang="ko-KR" sz="1000" dirty="0"/>
              <a:t>2. </a:t>
            </a:r>
            <a:r>
              <a:rPr lang="ko-KR" altLang="en-US" sz="1000" dirty="0"/>
              <a:t>애초에 반전이미지의 어두운 부분이</a:t>
            </a:r>
            <a:r>
              <a:rPr lang="en-US" altLang="ko-KR" sz="1000" dirty="0"/>
              <a:t>grain</a:t>
            </a:r>
            <a:r>
              <a:rPr lang="ko-KR" altLang="en-US" sz="1000" dirty="0"/>
              <a:t>이라고 확신 못함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90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445</Words>
  <Application>Microsoft Office PowerPoint</Application>
  <PresentationFormat>와이드스크린</PresentationFormat>
  <Paragraphs>61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AFM python 코드 구현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조민주</dc:creator>
  <cp:lastModifiedBy>조민주</cp:lastModifiedBy>
  <cp:revision>2</cp:revision>
  <dcterms:created xsi:type="dcterms:W3CDTF">2026-07-10T07:12:53Z</dcterms:created>
  <dcterms:modified xsi:type="dcterms:W3CDTF">2026-07-22T18:22:20Z</dcterms:modified>
</cp:coreProperties>
</file>
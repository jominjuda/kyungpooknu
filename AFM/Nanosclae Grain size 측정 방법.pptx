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52" r:id="rId2"/>
    <p:sldId id="355" r:id="rId3"/>
    <p:sldId id="340" r:id="rId4"/>
    <p:sldId id="360" r:id="rId5"/>
    <p:sldId id="359" r:id="rId6"/>
    <p:sldId id="354" r:id="rId7"/>
    <p:sldId id="356" r:id="rId8"/>
    <p:sldId id="361" r:id="rId9"/>
    <p:sldId id="357" r:id="rId10"/>
    <p:sldId id="358" r:id="rId11"/>
  </p:sldIdLst>
  <p:sldSz cx="18288000" cy="10287000"/>
  <p:notesSz cx="6858000" cy="9144000"/>
  <p:embeddedFontLst>
    <p:embeddedFont>
      <p:font typeface="TDTD강굴림" panose="020B0600000101010101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517BAD"/>
    <a:srgbClr val="AB4845"/>
    <a:srgbClr val="FFC000"/>
    <a:srgbClr val="3D5E96"/>
    <a:srgbClr val="0C3D6E"/>
    <a:srgbClr val="0D4379"/>
    <a:srgbClr val="EEE8E3"/>
    <a:srgbClr val="3A498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3" autoAdjust="0"/>
    <p:restoredTop sz="94358" autoAdjust="0"/>
  </p:normalViewPr>
  <p:slideViewPr>
    <p:cSldViewPr>
      <p:cViewPr varScale="1">
        <p:scale>
          <a:sx n="70" d="100"/>
          <a:sy n="70" d="100"/>
        </p:scale>
        <p:origin x="11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64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62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276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959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418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17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83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998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285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8FCB5BD-5CEF-5172-6FE7-4B72ACDE2297}"/>
              </a:ext>
            </a:extLst>
          </p:cNvPr>
          <p:cNvSpPr txBox="1"/>
          <p:nvPr/>
        </p:nvSpPr>
        <p:spPr>
          <a:xfrm>
            <a:off x="800100" y="3162300"/>
            <a:ext cx="16687800" cy="147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r>
              <a:rPr lang="en-US" sz="72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Nanoscale Grain size Meas.</a:t>
            </a:r>
            <a:endParaRPr lang="en-US" sz="32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4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 Situ Crystallization and Morphological Evolution in Multicomponent Indium Oxide Thin Films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Bright-field TEM (2017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Cryst</a:t>
            </a: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Growth Des. 2017, 17, 1396−1403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1B4E60-348A-A13F-BB01-276F1EF08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05100"/>
            <a:ext cx="14020800" cy="629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8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2FB7C9D7-2EB5-36EE-A505-1C4676971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857500"/>
            <a:ext cx="11963399" cy="5741343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4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Modulation of Growth Kinetics of Vacuum-Deposited CsPbBr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3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Films</a:t>
            </a:r>
          </a:p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for Efficient Light-Emitting Diodes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SEM,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Plan-view bright-field TEM (2020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A28422C-A326-BA30-E9A5-EAE899E08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1" y="2857500"/>
            <a:ext cx="2975212" cy="27463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AB48FA2-C5C7-A2FA-966B-4B3BD15ED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270350"/>
            <a:ext cx="6629400" cy="2857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ACS Appl. Mater. Interfaces 2020, 12, 1944−1952</a:t>
            </a:r>
          </a:p>
        </p:txBody>
      </p:sp>
    </p:spTree>
    <p:extLst>
      <p:ext uri="{BB962C8B-B14F-4D97-AF65-F5344CB8AC3E}">
        <p14:creationId xmlns:p14="http://schemas.microsoft.com/office/powerpoint/2010/main" val="225510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75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Super Strengthening Nano-Polycrystalline Diamond through Grain Boundary Thinning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XRD,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EBSD (2022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0CD947-296B-455C-A576-FA96AC1D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409316"/>
            <a:ext cx="8763000" cy="34352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8F39BE5-8502-F4F8-FE73-77A52434A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155" y="2332712"/>
            <a:ext cx="9097645" cy="65445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788A14-8560-21EC-D80A-719B2CA5A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877300"/>
            <a:ext cx="14851548" cy="12003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nl-NL" altLang="ko-KR" sz="1200" dirty="0"/>
              <a:t>NATURE COMMUNICATIONS|        (2022) 13:1078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58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75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Super Strengthening Nano-Polycrystalline Diamond through Grain Boundary Thinning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HRTEM (2023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nl-NL" altLang="ko-KR" sz="1200" dirty="0"/>
              <a:t>Adv. Funct. Mater. 2023, 33, 2214696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D136F4-8310-8609-517C-478929B3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56586"/>
            <a:ext cx="10439400" cy="52495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98F95B-816F-AF99-0CF4-9D7A93914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631618"/>
            <a:ext cx="13030200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8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4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Tailoring the number of lines for IGO-channel 2T0C DRAM comparable to conventional 2-line operation 1T1C structure for 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EBSD, XRD (2025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Int. J.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Extrem</a:t>
            </a: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Manuf. 7 (2025) 055503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233950-8981-32EE-BA86-B3BD5E98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24" y="2247900"/>
            <a:ext cx="10414376" cy="785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4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High-Mobility Indium Native Oxide Transistors via Liquid-Metal </a:t>
            </a:r>
          </a:p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Printing in Air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TEM,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AFM in-phase image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(2026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err="1"/>
              <a:t>ACSAppl.Mater</a:t>
            </a:r>
            <a:r>
              <a:rPr lang="en-US" altLang="ko-KR" sz="1200" dirty="0"/>
              <a:t>. Interfaces2026,18,22089−22101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245603-62FA-557A-B327-B5D0F5E8F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3" y="2247900"/>
            <a:ext cx="12526783" cy="785437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D51A9B7-5CC2-F046-5035-8CD92646E5FC}"/>
              </a:ext>
            </a:extLst>
          </p:cNvPr>
          <p:cNvSpPr/>
          <p:nvPr/>
        </p:nvSpPr>
        <p:spPr>
          <a:xfrm>
            <a:off x="6419066" y="5448300"/>
            <a:ext cx="5867400" cy="3276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13A336B-FB33-E728-8B03-A3AB2F283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5066" y="6343467"/>
            <a:ext cx="5620534" cy="1314633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923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4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High-Mobility Indium Native Oxide Transistors via Liquid-Metal </a:t>
            </a:r>
          </a:p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Printing in Air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TEM,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AFM in-phase image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(2026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err="1"/>
              <a:t>ACSAppl.Mater</a:t>
            </a:r>
            <a:r>
              <a:rPr lang="en-US" altLang="ko-KR" sz="1200" dirty="0"/>
              <a:t>. Interfaces2026,18,22089−22101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0972567-75C3-AFC8-B044-E161026C5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2376120"/>
            <a:ext cx="7620001" cy="281865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1C97738-EF26-3DCA-F485-A9736F090A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221" b="45350"/>
          <a:stretch/>
        </p:blipFill>
        <p:spPr>
          <a:xfrm>
            <a:off x="9144000" y="2332638"/>
            <a:ext cx="5562600" cy="45710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67C7DE-F599-B64F-BEC8-703362785C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749"/>
          <a:stretch/>
        </p:blipFill>
        <p:spPr>
          <a:xfrm>
            <a:off x="5728051" y="7158522"/>
            <a:ext cx="12422334" cy="21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8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75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Direct Mapping of Crystallization-Induced Trap-State Modulation</a:t>
            </a:r>
          </a:p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and Its Impact on Local Carrier Mobilities in Indium Oxide Thin-Film...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Conducting AFM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(2026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NanoLett.2026,26,3434−3442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5F58E6-174E-6471-A215-CAF908FCD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16732"/>
            <a:ext cx="6096000" cy="8572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559F55-7A0D-E24D-7F25-51639745E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24100"/>
            <a:ext cx="12574755" cy="49632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CD34ED-43DE-856B-549E-0862AED33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055" y="2247900"/>
            <a:ext cx="5877745" cy="3400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F1F8E78-5EE3-889E-20A8-F01EE8D71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0" y="5810189"/>
            <a:ext cx="4211422" cy="413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8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10061"/>
            <a:ext cx="1775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Enhanced functional properties of ABC-type atomic layer deposited Ru thin films for advanced Cu alternative nanoscale interconnects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Method: Plan-view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bright-field TEM, HRTEM (2026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년 논문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82FE3-58D1-F39F-CBEA-77A4798C0A57}"/>
              </a:ext>
            </a:extLst>
          </p:cNvPr>
          <p:cNvSpPr txBox="1"/>
          <p:nvPr/>
        </p:nvSpPr>
        <p:spPr>
          <a:xfrm>
            <a:off x="3886200" y="9971901"/>
            <a:ext cx="13750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J. Mater. Chem. C, 2026, 14, 7607–7618</a:t>
            </a:r>
            <a:endParaRPr lang="en-US" altLang="ko-KR" sz="1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EE9C60-E688-3306-A2CC-234DE4011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400300"/>
            <a:ext cx="8849178" cy="75957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3B4867-28CD-D351-CA86-ACF64CEB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22" r="16277" b="23350"/>
          <a:stretch/>
        </p:blipFill>
        <p:spPr>
          <a:xfrm>
            <a:off x="8991600" y="2400300"/>
            <a:ext cx="8153400" cy="37312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2C96D5-DD44-9BBE-B758-BB9B39713A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242"/>
          <a:stretch/>
        </p:blipFill>
        <p:spPr>
          <a:xfrm>
            <a:off x="8925378" y="7198379"/>
            <a:ext cx="10627191" cy="85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11620</TotalTime>
  <Words>332</Words>
  <Application>Microsoft Office PowerPoint</Application>
  <PresentationFormat>사용자 지정</PresentationFormat>
  <Paragraphs>52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Calibri</vt:lpstr>
      <vt:lpstr>TDTD강굴림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4312</cp:revision>
  <dcterms:created xsi:type="dcterms:W3CDTF">2006-08-16T00:00:00Z</dcterms:created>
  <dcterms:modified xsi:type="dcterms:W3CDTF">2026-05-16T09:53:36Z</dcterms:modified>
  <dc:identifier>DAGZXtFwl3k</dc:identifier>
</cp:coreProperties>
</file>
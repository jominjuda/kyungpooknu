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6" r:id="rId5"/>
    <p:sldId id="261" r:id="rId6"/>
    <p:sldId id="270" r:id="rId7"/>
    <p:sldId id="262" r:id="rId8"/>
    <p:sldId id="257" r:id="rId9"/>
    <p:sldId id="268" r:id="rId10"/>
    <p:sldId id="267" r:id="rId11"/>
    <p:sldId id="259" r:id="rId12"/>
    <p:sldId id="264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9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252C9-B5FF-458A-A5CF-D42245F13689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3F14C-1B93-4041-8C69-9DD6C8A18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1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332C0-5427-BA5A-2D68-7BF62A57E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5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FCC7E8-EB7E-00B5-DDC3-DA2EA5AD4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8876"/>
            <a:ext cx="9144000" cy="36512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7451F-8ABC-B103-B244-47C3C1C3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6920" y="5485340"/>
            <a:ext cx="2743200" cy="365125"/>
          </a:xfrm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fld id="{F55C25E8-5BD3-4465-90CB-8FF9453BE5E3}" type="datetime1">
              <a:rPr lang="ko-KR" altLang="en-US" smtClean="0"/>
              <a:t>2026-08-10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150D6-4B5E-C990-DBED-874950EC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6056" y="5102143"/>
            <a:ext cx="4114800" cy="365125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56BE54-4064-A1A9-B502-F194493F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544C96-30EF-926B-CE2D-1D72464F2A14}"/>
              </a:ext>
            </a:extLst>
          </p:cNvPr>
          <p:cNvSpPr/>
          <p:nvPr userDrawn="1"/>
        </p:nvSpPr>
        <p:spPr>
          <a:xfrm>
            <a:off x="216627" y="3770811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8281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CBAB8-B38D-CDA4-1CD2-3A4AB8A30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16" y="210431"/>
            <a:ext cx="10515600" cy="874616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3D744-3FA4-CDFF-3A30-6A0B2A7D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4" y="1232157"/>
            <a:ext cx="11783786" cy="1953003"/>
          </a:xfrm>
          <a:ln w="28575">
            <a:solidFill>
              <a:srgbClr val="156082"/>
            </a:solidFill>
          </a:ln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C3CAF-602B-B3B0-9A75-64ED7F26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4410" y="6356350"/>
            <a:ext cx="2743200" cy="365125"/>
          </a:xfrm>
        </p:spPr>
        <p:txBody>
          <a:bodyPr/>
          <a:lstStyle>
            <a:lvl1pPr>
              <a:defRPr sz="1800" b="1">
                <a:solidFill>
                  <a:srgbClr val="156082"/>
                </a:solidFill>
              </a:defRPr>
            </a:lvl1pPr>
          </a:lstStyle>
          <a:p>
            <a:fld id="{05115EE3-BCDF-46D7-BA86-8C3E2F513E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04A4E7-6DCB-3BA0-C6BF-62C519792B72}"/>
              </a:ext>
            </a:extLst>
          </p:cNvPr>
          <p:cNvSpPr/>
          <p:nvPr userDrawn="1"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518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18A45-AA30-49AC-8ED8-4627FFB7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10EC65-836B-70D3-25B9-D2399F678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44FDF1-A9D6-4326-FCED-CDB3D9F2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8C9D-A7BB-4418-937E-23494CFEE351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4B63CB-5D0C-9C42-0A3E-B92B2AE2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3AF74-BDA1-1877-D568-042EEFBA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58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D4B4B-E4B6-A0A1-B7E2-E0F3BBC5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EEF589-6461-7838-6A0C-BEACDB6D8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A68DCD-4FE6-F8ED-EAF9-CA05F35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7BD4AF-AAAB-03FD-305E-D0B1594B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71210-38D1-482D-A976-0F1CF5B74F1A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680AB9-27C0-0CFA-0E3F-3DAFD186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8BAC1-1678-7254-82E9-2D9B953E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74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188C2-BA1D-C865-353D-005F90264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61718-1681-0005-A7BC-B1D38FF26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E3C65C-75B0-64FE-F4B0-45C71822C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33FED0-7741-0BB6-FD4D-D89CEEEFA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110443-E392-B5F3-75FB-BF49CDA15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C9815A-7AAD-F16D-CC3D-60E167EE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03969-F129-43E2-8A8F-30D9D0202BAC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AB62E3-EB35-9C4B-A874-7AAFF7B0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3CCB57-0E33-1821-A16E-B07F5F9B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37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3AC37-4269-A0C3-C372-8BC5A026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A69CB3-A23C-BD12-67F9-AA96686E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2378-2978-4982-B900-34AE271615FF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F8AE9E-1859-0D5A-D9DA-12A73845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FCACA4-EB2D-0453-510A-6AE810BD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29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10012D-3FBE-45E7-0867-62F89E1D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FB74C-F0C3-4C37-A7EB-C98206B05D11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03D56E-9822-14BF-0C41-ECD6F628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8C884-4F05-0300-41C9-3B21D570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95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60253-C9C4-CEF2-8846-FE9E0880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30D7AD-A339-A783-809A-B371E2FD2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7469D8-13EB-6018-BFAB-82D5B3F95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E22B6D-F017-9BC8-5D9C-DAB751AB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EBBD-0B83-41D0-BA69-E95CD64BEBE2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AF78D8-8301-B1DB-6B1B-FAFF0A57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0E685C-3ADB-CE11-6DFE-E1A33CD4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69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BB7A5-0C66-45E7-C691-3AB14F30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F3C547-D9A8-B444-E9DD-83CD89086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A344DF-4184-6CAB-BDE0-329E3438A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3D1A72-EE4E-4C0E-BDA1-B757CF405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8AFE2-1D65-4FE3-97B7-814ADB885BE5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82619B-B728-FD3E-1AA2-9BD200CF9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A86CE-1B77-0282-C2A8-AF2A0D50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56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3A23D-F251-1192-52E2-74A082FE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02650B-6503-D148-107F-88CFC3E02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FB36A-F670-2C0F-3040-53C73BDB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7D632-4CA5-4B1F-9F36-C7055B6183F4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2404B5-47DC-5F30-4695-4BF24D9C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33138-040E-A71A-BE76-888854B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53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0FFE13-5808-1AEB-2E28-7B075EF49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02DCC8-233C-1A2E-B7C0-A38E854D0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112B59-C06C-D089-3B08-BA48D244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2702-0D5A-48D7-AB2A-BA3198476EBD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508095-E483-0A86-017F-7E7A4A20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4DD4F-72AA-66ED-8C2D-93FB89BC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30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4D13FC-EDF9-ABC7-BD6A-9133A02C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32FB44-5ACE-E980-F40E-93DB3103E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ACC63B-72E5-584B-5B37-7BA91B5C3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75663C2E-0A03-45C6-9044-9B67F4ECAF3D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E76A70-A7C5-EF31-5D9B-34592A0B0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18228-3ADA-8CEB-A0E4-4D4D6317D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05115EE3-BCDF-46D7-BA86-8C3E2F513E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76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image" Target="../media/image11.jp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jpg"/><Relationship Id="rId5" Type="http://schemas.openxmlformats.org/officeDocument/2006/relationships/image" Target="../media/image5.emf"/><Relationship Id="rId10" Type="http://schemas.openxmlformats.org/officeDocument/2006/relationships/image" Target="../media/image9.jpg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6.jpg"/><Relationship Id="rId3" Type="http://schemas.openxmlformats.org/officeDocument/2006/relationships/image" Target="../media/image16.tif"/><Relationship Id="rId7" Type="http://schemas.openxmlformats.org/officeDocument/2006/relationships/image" Target="../media/image20.jpg"/><Relationship Id="rId12" Type="http://schemas.openxmlformats.org/officeDocument/2006/relationships/image" Target="../media/image25.jpg"/><Relationship Id="rId17" Type="http://schemas.openxmlformats.org/officeDocument/2006/relationships/image" Target="../media/image30.png"/><Relationship Id="rId2" Type="http://schemas.openxmlformats.org/officeDocument/2006/relationships/image" Target="../media/image15.tif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5" Type="http://schemas.openxmlformats.org/officeDocument/2006/relationships/image" Target="../media/image28.png"/><Relationship Id="rId10" Type="http://schemas.openxmlformats.org/officeDocument/2006/relationships/image" Target="../media/image23.jpg"/><Relationship Id="rId4" Type="http://schemas.openxmlformats.org/officeDocument/2006/relationships/image" Target="../media/image17.png"/><Relationship Id="rId9" Type="http://schemas.openxmlformats.org/officeDocument/2006/relationships/image" Target="../media/image22.jpg"/><Relationship Id="rId14" Type="http://schemas.openxmlformats.org/officeDocument/2006/relationships/image" Target="../media/image2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2.png"/><Relationship Id="rId7" Type="http://schemas.openxmlformats.org/officeDocument/2006/relationships/oleObject" Target="../embeddings/oleObject5.bin"/><Relationship Id="rId12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11" Type="http://schemas.openxmlformats.org/officeDocument/2006/relationships/image" Target="../media/image37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36.emf"/><Relationship Id="rId4" Type="http://schemas.openxmlformats.org/officeDocument/2006/relationships/image" Target="../media/image33.jpg"/><Relationship Id="rId9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6.jp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g"/><Relationship Id="rId13" Type="http://schemas.openxmlformats.org/officeDocument/2006/relationships/image" Target="../media/image67.jpg"/><Relationship Id="rId18" Type="http://schemas.openxmlformats.org/officeDocument/2006/relationships/image" Target="../media/image72.jpg"/><Relationship Id="rId3" Type="http://schemas.openxmlformats.org/officeDocument/2006/relationships/image" Target="../media/image57.jpg"/><Relationship Id="rId21" Type="http://schemas.openxmlformats.org/officeDocument/2006/relationships/image" Target="../media/image75.jpg"/><Relationship Id="rId7" Type="http://schemas.openxmlformats.org/officeDocument/2006/relationships/image" Target="../media/image61.jpg"/><Relationship Id="rId12" Type="http://schemas.openxmlformats.org/officeDocument/2006/relationships/image" Target="../media/image66.jpg"/><Relationship Id="rId17" Type="http://schemas.openxmlformats.org/officeDocument/2006/relationships/image" Target="../media/image71.jpg"/><Relationship Id="rId2" Type="http://schemas.openxmlformats.org/officeDocument/2006/relationships/image" Target="../media/image56.jpg"/><Relationship Id="rId16" Type="http://schemas.openxmlformats.org/officeDocument/2006/relationships/image" Target="../media/image70.jpg"/><Relationship Id="rId20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11" Type="http://schemas.openxmlformats.org/officeDocument/2006/relationships/image" Target="../media/image65.jpg"/><Relationship Id="rId5" Type="http://schemas.openxmlformats.org/officeDocument/2006/relationships/image" Target="../media/image59.jpg"/><Relationship Id="rId15" Type="http://schemas.openxmlformats.org/officeDocument/2006/relationships/image" Target="../media/image69.jpg"/><Relationship Id="rId10" Type="http://schemas.openxmlformats.org/officeDocument/2006/relationships/image" Target="../media/image64.jpg"/><Relationship Id="rId19" Type="http://schemas.openxmlformats.org/officeDocument/2006/relationships/image" Target="../media/image73.jpg"/><Relationship Id="rId4" Type="http://schemas.openxmlformats.org/officeDocument/2006/relationships/image" Target="../media/image58.jpg"/><Relationship Id="rId9" Type="http://schemas.openxmlformats.org/officeDocument/2006/relationships/image" Target="../media/image63.jpg"/><Relationship Id="rId14" Type="http://schemas.openxmlformats.org/officeDocument/2006/relationships/image" Target="../media/image6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5F69C-F51A-9070-EE7F-4F9909CBF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34" y="1372976"/>
            <a:ext cx="11901996" cy="2387600"/>
          </a:xfrm>
        </p:spPr>
        <p:txBody>
          <a:bodyPr>
            <a:normAutofit fontScale="90000"/>
          </a:bodyPr>
          <a:lstStyle/>
          <a:p>
            <a:r>
              <a:rPr lang="en-US" altLang="ko-KR" sz="6000" b="1" dirty="0">
                <a:latin typeface="Arial" panose="020B0604020202020204" pitchFamily="34" charset="0"/>
                <a:cs typeface="Arial" panose="020B0604020202020204" pitchFamily="34" charset="0"/>
              </a:rPr>
              <a:t>photoacoustic physical unclonable function for scalable and stretchable skin electronics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70E15B-98BB-7CBE-2267-5FFF098EE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42D86-6E2A-CF03-D8EA-8252F24F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2026.08.10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CD7D5-09CA-E848-E547-84F95CAE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/>
              <a:t>조민주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FA5E3-B8E9-6FBA-E4BC-67207D6C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71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6A2F8A1-57FE-2142-46AA-41AD5A1B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33" y="328611"/>
            <a:ext cx="10182225" cy="826771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Contents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B4330B5-E45B-9B0D-532D-76167E923A4F}"/>
              </a:ext>
            </a:extLst>
          </p:cNvPr>
          <p:cNvGrpSpPr/>
          <p:nvPr/>
        </p:nvGrpSpPr>
        <p:grpSpPr>
          <a:xfrm>
            <a:off x="1658426" y="1463034"/>
            <a:ext cx="8272974" cy="565861"/>
            <a:chOff x="874462" y="1522245"/>
            <a:chExt cx="8398054" cy="565861"/>
          </a:xfrm>
        </p:grpSpPr>
        <p:sp>
          <p:nvSpPr>
            <p:cNvPr id="7" name="사각형: 잘린 대각선 방향 모서리 6">
              <a:extLst>
                <a:ext uri="{FF2B5EF4-FFF2-40B4-BE49-F238E27FC236}">
                  <a16:creationId xmlns:a16="http://schemas.microsoft.com/office/drawing/2014/main" id="{13D22848-0777-16F7-CC56-77019E8A1F1F}"/>
                </a:ext>
              </a:extLst>
            </p:cNvPr>
            <p:cNvSpPr/>
            <p:nvPr/>
          </p:nvSpPr>
          <p:spPr>
            <a:xfrm>
              <a:off x="874462" y="1522245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1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F6794A-2DB4-EC5B-E4DC-1B920DADC640}"/>
                </a:ext>
              </a:extLst>
            </p:cNvPr>
            <p:cNvSpPr txBox="1"/>
            <p:nvPr/>
          </p:nvSpPr>
          <p:spPr>
            <a:xfrm>
              <a:off x="2989550" y="1522245"/>
              <a:ext cx="6282966" cy="5643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ko-KR" altLang="en-US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E6B512-94BC-820D-A664-9850AF8F07E9}"/>
              </a:ext>
            </a:extLst>
          </p:cNvPr>
          <p:cNvGrpSpPr/>
          <p:nvPr/>
        </p:nvGrpSpPr>
        <p:grpSpPr>
          <a:xfrm>
            <a:off x="1658426" y="2291413"/>
            <a:ext cx="8128142" cy="565861"/>
            <a:chOff x="874462" y="2342645"/>
            <a:chExt cx="8251032" cy="565861"/>
          </a:xfrm>
        </p:grpSpPr>
        <p:sp>
          <p:nvSpPr>
            <p:cNvPr id="10" name="사각형: 잘린 대각선 방향 모서리 9">
              <a:extLst>
                <a:ext uri="{FF2B5EF4-FFF2-40B4-BE49-F238E27FC236}">
                  <a16:creationId xmlns:a16="http://schemas.microsoft.com/office/drawing/2014/main" id="{16DF0C15-4E2D-E852-2C9A-3DD28C70A446}"/>
                </a:ext>
              </a:extLst>
            </p:cNvPr>
            <p:cNvSpPr/>
            <p:nvPr/>
          </p:nvSpPr>
          <p:spPr>
            <a:xfrm>
              <a:off x="874462" y="2342645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2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ED2182-ACF8-8041-A5F0-AD44F738E00C}"/>
                </a:ext>
              </a:extLst>
            </p:cNvPr>
            <p:cNvSpPr txBox="1"/>
            <p:nvPr/>
          </p:nvSpPr>
          <p:spPr>
            <a:xfrm>
              <a:off x="2996805" y="2342645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73F631-02A6-0811-64FF-14963BA5F25B}"/>
              </a:ext>
            </a:extLst>
          </p:cNvPr>
          <p:cNvGrpSpPr/>
          <p:nvPr/>
        </p:nvGrpSpPr>
        <p:grpSpPr>
          <a:xfrm>
            <a:off x="1658426" y="3111083"/>
            <a:ext cx="8565074" cy="565861"/>
            <a:chOff x="874462" y="3146400"/>
            <a:chExt cx="8694570" cy="565861"/>
          </a:xfrm>
        </p:grpSpPr>
        <p:sp>
          <p:nvSpPr>
            <p:cNvPr id="13" name="사각형: 잘린 대각선 방향 모서리 12">
              <a:extLst>
                <a:ext uri="{FF2B5EF4-FFF2-40B4-BE49-F238E27FC236}">
                  <a16:creationId xmlns:a16="http://schemas.microsoft.com/office/drawing/2014/main" id="{627A2790-C118-7440-A0C7-11307D06D1CD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3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70C315-6335-95A6-A84A-35B61833CC5F}"/>
                </a:ext>
              </a:extLst>
            </p:cNvPr>
            <p:cNvSpPr txBox="1"/>
            <p:nvPr/>
          </p:nvSpPr>
          <p:spPr>
            <a:xfrm>
              <a:off x="2996805" y="3146400"/>
              <a:ext cx="6572227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F07A41-EF48-90F3-42E4-0D7185FAEEEC}"/>
              </a:ext>
            </a:extLst>
          </p:cNvPr>
          <p:cNvGrpSpPr/>
          <p:nvPr/>
        </p:nvGrpSpPr>
        <p:grpSpPr>
          <a:xfrm>
            <a:off x="1651172" y="3930753"/>
            <a:ext cx="8128142" cy="565861"/>
            <a:chOff x="874462" y="3146400"/>
            <a:chExt cx="8251032" cy="565861"/>
          </a:xfrm>
        </p:grpSpPr>
        <p:sp>
          <p:nvSpPr>
            <p:cNvPr id="16" name="사각형: 잘린 대각선 방향 모서리 15">
              <a:extLst>
                <a:ext uri="{FF2B5EF4-FFF2-40B4-BE49-F238E27FC236}">
                  <a16:creationId xmlns:a16="http://schemas.microsoft.com/office/drawing/2014/main" id="{B14BFEAE-7A98-F280-53AA-22DDF40B137E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4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E038E0-024F-1036-D71B-6517D65FBE2A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ko-KR" sz="28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32D9613-8F6D-59C6-5AD3-C874D7663270}"/>
              </a:ext>
            </a:extLst>
          </p:cNvPr>
          <p:cNvGrpSpPr/>
          <p:nvPr/>
        </p:nvGrpSpPr>
        <p:grpSpPr>
          <a:xfrm>
            <a:off x="1658426" y="4750423"/>
            <a:ext cx="8128142" cy="565861"/>
            <a:chOff x="874462" y="3146400"/>
            <a:chExt cx="8251032" cy="565861"/>
          </a:xfrm>
        </p:grpSpPr>
        <p:sp>
          <p:nvSpPr>
            <p:cNvPr id="19" name="사각형: 잘린 대각선 방향 모서리 18">
              <a:extLst>
                <a:ext uri="{FF2B5EF4-FFF2-40B4-BE49-F238E27FC236}">
                  <a16:creationId xmlns:a16="http://schemas.microsoft.com/office/drawing/2014/main" id="{E1455E7D-53E2-D551-34E6-37E9DF6CA025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5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EB8616-EE6E-3C4A-06D1-A39E4A4AEDC9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46615B0-9B1F-0D57-BCA2-EB06C24E14F0}"/>
              </a:ext>
            </a:extLst>
          </p:cNvPr>
          <p:cNvGrpSpPr/>
          <p:nvPr/>
        </p:nvGrpSpPr>
        <p:grpSpPr>
          <a:xfrm>
            <a:off x="1651171" y="5570092"/>
            <a:ext cx="8128142" cy="565861"/>
            <a:chOff x="874462" y="3146400"/>
            <a:chExt cx="8251032" cy="565861"/>
          </a:xfrm>
        </p:grpSpPr>
        <p:sp>
          <p:nvSpPr>
            <p:cNvPr id="22" name="사각형: 잘린 대각선 방향 모서리 21">
              <a:extLst>
                <a:ext uri="{FF2B5EF4-FFF2-40B4-BE49-F238E27FC236}">
                  <a16:creationId xmlns:a16="http://schemas.microsoft.com/office/drawing/2014/main" id="{74CD4BBA-3568-EDD1-FC25-DB6C0D6D8C82}"/>
                </a:ext>
              </a:extLst>
            </p:cNvPr>
            <p:cNvSpPr/>
            <p:nvPr/>
          </p:nvSpPr>
          <p:spPr>
            <a:xfrm>
              <a:off x="874462" y="3146400"/>
              <a:ext cx="1990657" cy="565861"/>
            </a:xfrm>
            <a:prstGeom prst="snip2DiagRect">
              <a:avLst>
                <a:gd name="adj1" fmla="val 0"/>
                <a:gd name="adj2" fmla="val 29535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Section 6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5BF0AE-0E8E-C4B0-A92C-060BFA799061}"/>
                </a:ext>
              </a:extLst>
            </p:cNvPr>
            <p:cNvSpPr txBox="1"/>
            <p:nvPr/>
          </p:nvSpPr>
          <p:spPr>
            <a:xfrm>
              <a:off x="2996805" y="3146400"/>
              <a:ext cx="6128689" cy="565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endParaRPr lang="en-US" altLang="ko-KR" sz="2800" b="1" dirty="0">
                <a:solidFill>
                  <a:srgbClr val="15608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24" name="슬라이드 번호 개체 틀 22">
            <a:extLst>
              <a:ext uri="{FF2B5EF4-FFF2-40B4-BE49-F238E27FC236}">
                <a16:creationId xmlns:a16="http://schemas.microsoft.com/office/drawing/2014/main" id="{1F953A6F-74AD-67E8-8043-6F1C94F5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800" y="6362700"/>
            <a:ext cx="2387600" cy="365125"/>
          </a:xfrm>
        </p:spPr>
        <p:txBody>
          <a:bodyPr/>
          <a:lstStyle/>
          <a:p>
            <a:fld id="{FB3E1704-955B-45E9-8CC7-423CE142170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5" name="날짜 개체 틀 24">
            <a:extLst>
              <a:ext uri="{FF2B5EF4-FFF2-40B4-BE49-F238E27FC236}">
                <a16:creationId xmlns:a16="http://schemas.microsoft.com/office/drawing/2014/main" id="{786C6ADB-6F90-1C39-3372-4EA6E36202A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960183-4218-493F-B4B4-A09B563FD188}" type="datetime1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26" name="바닥글 개체 틀 25">
            <a:extLst>
              <a:ext uri="{FF2B5EF4-FFF2-40B4-BE49-F238E27FC236}">
                <a16:creationId xmlns:a16="http://schemas.microsoft.com/office/drawing/2014/main" id="{FD7D80BB-9801-D724-5434-03BC68DBCEA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29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CA522-CEF5-6AEB-71E9-3984D15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dirty="0">
                <a:cs typeface="Arial" panose="020B0604020202020204" pitchFamily="34" charset="0"/>
              </a:rPr>
              <a:t>Fabrication Process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587EBE-03AD-8576-D303-C3097AC1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C7833B0-6DDE-0D98-32A7-FC23324C7CE5}"/>
              </a:ext>
            </a:extLst>
          </p:cNvPr>
          <p:cNvGrpSpPr/>
          <p:nvPr/>
        </p:nvGrpSpPr>
        <p:grpSpPr>
          <a:xfrm>
            <a:off x="38100" y="1728252"/>
            <a:ext cx="21169711" cy="3909817"/>
            <a:chOff x="38100" y="1728252"/>
            <a:chExt cx="21169711" cy="39098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3B72B7-8D95-1A33-4AB3-E994ED467354}"/>
                </a:ext>
              </a:extLst>
            </p:cNvPr>
            <p:cNvSpPr txBox="1"/>
            <p:nvPr/>
          </p:nvSpPr>
          <p:spPr>
            <a:xfrm>
              <a:off x="236354" y="1904342"/>
              <a:ext cx="350576" cy="4543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362" b="1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ko-KR" altLang="en-US" sz="2362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오른쪽 화살표 42">
              <a:extLst>
                <a:ext uri="{FF2B5EF4-FFF2-40B4-BE49-F238E27FC236}">
                  <a16:creationId xmlns:a16="http://schemas.microsoft.com/office/drawing/2014/main" id="{1EFFDE10-9C40-7D85-4B04-E2925A4D27C4}"/>
                </a:ext>
              </a:extLst>
            </p:cNvPr>
            <p:cNvSpPr/>
            <p:nvPr/>
          </p:nvSpPr>
          <p:spPr>
            <a:xfrm>
              <a:off x="2573720" y="3622496"/>
              <a:ext cx="460557" cy="460557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62"/>
            </a:p>
          </p:txBody>
        </p:sp>
        <p:sp>
          <p:nvSpPr>
            <p:cNvPr id="8" name="오른쪽 화살표 42">
              <a:extLst>
                <a:ext uri="{FF2B5EF4-FFF2-40B4-BE49-F238E27FC236}">
                  <a16:creationId xmlns:a16="http://schemas.microsoft.com/office/drawing/2014/main" id="{1F9C1F6D-E913-14B8-48D4-45A45899043E}"/>
                </a:ext>
              </a:extLst>
            </p:cNvPr>
            <p:cNvSpPr/>
            <p:nvPr/>
          </p:nvSpPr>
          <p:spPr>
            <a:xfrm>
              <a:off x="6045214" y="3593360"/>
              <a:ext cx="460557" cy="460557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62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570B359-FDE1-032E-0932-B93255E3F6EF}"/>
                </a:ext>
              </a:extLst>
            </p:cNvPr>
            <p:cNvGrpSpPr/>
            <p:nvPr/>
          </p:nvGrpSpPr>
          <p:grpSpPr>
            <a:xfrm>
              <a:off x="3258596" y="1859421"/>
              <a:ext cx="2658035" cy="3139413"/>
              <a:chOff x="3508133" y="365840"/>
              <a:chExt cx="2700583" cy="3189667"/>
            </a:xfrm>
          </p:grpSpPr>
          <p:grpSp>
            <p:nvGrpSpPr>
              <p:cNvPr id="106" name="그룹 105">
                <a:extLst>
                  <a:ext uri="{FF2B5EF4-FFF2-40B4-BE49-F238E27FC236}">
                    <a16:creationId xmlns:a16="http://schemas.microsoft.com/office/drawing/2014/main" id="{213539D1-71D1-85F5-C9E5-423CE1DFCDC2}"/>
                  </a:ext>
                </a:extLst>
              </p:cNvPr>
              <p:cNvGrpSpPr/>
              <p:nvPr/>
            </p:nvGrpSpPr>
            <p:grpSpPr>
              <a:xfrm>
                <a:off x="3508133" y="365840"/>
                <a:ext cx="2700583" cy="3189667"/>
                <a:chOff x="4749800" y="2260944"/>
                <a:chExt cx="2700583" cy="3189667"/>
              </a:xfrm>
            </p:grpSpPr>
            <p:sp>
              <p:nvSpPr>
                <p:cNvPr id="109" name="사다리꼴 108">
                  <a:extLst>
                    <a:ext uri="{FF2B5EF4-FFF2-40B4-BE49-F238E27FC236}">
                      <a16:creationId xmlns:a16="http://schemas.microsoft.com/office/drawing/2014/main" id="{06BBCDF6-B3B7-9BE4-D68F-03E4C8B14B52}"/>
                    </a:ext>
                  </a:extLst>
                </p:cNvPr>
                <p:cNvSpPr/>
                <p:nvPr/>
              </p:nvSpPr>
              <p:spPr>
                <a:xfrm>
                  <a:off x="4874490" y="2635135"/>
                  <a:ext cx="2451202" cy="2815476"/>
                </a:xfrm>
                <a:prstGeom prst="trapezoid">
                  <a:avLst>
                    <a:gd name="adj" fmla="val 14530"/>
                  </a:avLst>
                </a:prstGeom>
                <a:solidFill>
                  <a:srgbClr val="0A233C"/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254000">
                  <a:bevelT w="38100" h="254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  <p:grpSp>
              <p:nvGrpSpPr>
                <p:cNvPr id="110" name="그룹 109">
                  <a:extLst>
                    <a:ext uri="{FF2B5EF4-FFF2-40B4-BE49-F238E27FC236}">
                      <a16:creationId xmlns:a16="http://schemas.microsoft.com/office/drawing/2014/main" id="{46DC57C6-B131-5EFD-7E7E-E674B93204EC}"/>
                    </a:ext>
                  </a:extLst>
                </p:cNvPr>
                <p:cNvGrpSpPr/>
                <p:nvPr/>
              </p:nvGrpSpPr>
              <p:grpSpPr>
                <a:xfrm>
                  <a:off x="4749800" y="2260944"/>
                  <a:ext cx="2700583" cy="2983364"/>
                  <a:chOff x="4749800" y="2260944"/>
                  <a:chExt cx="2700583" cy="2983364"/>
                </a:xfrm>
              </p:grpSpPr>
              <p:sp>
                <p:nvSpPr>
                  <p:cNvPr id="111" name="사다리꼴 110">
                    <a:extLst>
                      <a:ext uri="{FF2B5EF4-FFF2-40B4-BE49-F238E27FC236}">
                        <a16:creationId xmlns:a16="http://schemas.microsoft.com/office/drawing/2014/main" id="{02663FB2-5EC3-E207-4CE0-42EFDAE1EC75}"/>
                      </a:ext>
                    </a:extLst>
                  </p:cNvPr>
                  <p:cNvSpPr/>
                  <p:nvPr/>
                </p:nvSpPr>
                <p:spPr>
                  <a:xfrm>
                    <a:off x="4870399" y="2260944"/>
                    <a:ext cx="2451202" cy="2815476"/>
                  </a:xfrm>
                  <a:prstGeom prst="trapezoid">
                    <a:avLst>
                      <a:gd name="adj" fmla="val 14530"/>
                    </a:avLst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scene3d>
                    <a:camera prst="orthographicFront">
                      <a:rot lat="17100000" lon="0" rev="0"/>
                    </a:camera>
                    <a:lightRig rig="balanced" dir="t"/>
                  </a:scene3d>
                  <a:sp3d extrusionH="254000" prstMaterial="matte">
                    <a:bevelT w="2159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49" dirty="0"/>
                  </a:p>
                </p:txBody>
              </p:sp>
              <p:grpSp>
                <p:nvGrpSpPr>
                  <p:cNvPr id="112" name="그룹 111">
                    <a:extLst>
                      <a:ext uri="{FF2B5EF4-FFF2-40B4-BE49-F238E27FC236}">
                        <a16:creationId xmlns:a16="http://schemas.microsoft.com/office/drawing/2014/main" id="{7B9CB0F2-2280-5116-C7CA-AAFC03674E89}"/>
                      </a:ext>
                    </a:extLst>
                  </p:cNvPr>
                  <p:cNvGrpSpPr/>
                  <p:nvPr/>
                </p:nvGrpSpPr>
                <p:grpSpPr>
                  <a:xfrm>
                    <a:off x="4749800" y="4430832"/>
                    <a:ext cx="2700583" cy="813476"/>
                    <a:chOff x="4749800" y="4430832"/>
                    <a:chExt cx="2700583" cy="813476"/>
                  </a:xfrm>
                </p:grpSpPr>
                <p:sp>
                  <p:nvSpPr>
                    <p:cNvPr id="113" name="사다리꼴 112">
                      <a:extLst>
                        <a:ext uri="{FF2B5EF4-FFF2-40B4-BE49-F238E27FC236}">
                          <a16:creationId xmlns:a16="http://schemas.microsoft.com/office/drawing/2014/main" id="{F9568145-DDD0-EEE0-AF04-214C6237F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9800" y="4430832"/>
                      <a:ext cx="2700583" cy="813476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rgbClr val="134578"/>
                    </a:solidFill>
                    <a:ln>
                      <a:noFill/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>
                      <a:bevelT w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114" name="사다리꼴 113">
                      <a:extLst>
                        <a:ext uri="{FF2B5EF4-FFF2-40B4-BE49-F238E27FC236}">
                          <a16:creationId xmlns:a16="http://schemas.microsoft.com/office/drawing/2014/main" id="{2548A186-A8E2-80BB-B485-25D0AF054F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63275" y="4538772"/>
                      <a:ext cx="2265450" cy="576000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28575">
                      <a:solidFill>
                        <a:schemeClr val="bg1">
                          <a:lumMod val="85000"/>
                        </a:schemeClr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 w="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115" name="타원 114">
                      <a:extLst>
                        <a:ext uri="{FF2B5EF4-FFF2-40B4-BE49-F238E27FC236}">
                          <a16:creationId xmlns:a16="http://schemas.microsoft.com/office/drawing/2014/main" id="{C94780BA-6561-958C-BB2D-96BB0BD0B0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036" y="4663291"/>
                      <a:ext cx="348557" cy="348557"/>
                    </a:xfrm>
                    <a:prstGeom prst="ellipse">
                      <a:avLst/>
                    </a:prstGeom>
                    <a:solidFill>
                      <a:srgbClr val="174C79"/>
                    </a:solidFill>
                    <a:ln>
                      <a:solidFill>
                        <a:srgbClr val="206DAC"/>
                      </a:solidFill>
                    </a:ln>
                    <a:scene3d>
                      <a:camera prst="orthographicFront">
                        <a:rot lat="10680000" lon="120000" rev="0"/>
                      </a:camera>
                      <a:lightRig rig="threePt" dir="t"/>
                    </a:scene3d>
                    <a:sp3d extrusionH="3048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116" name="직사각형 115">
                      <a:extLst>
                        <a:ext uri="{FF2B5EF4-FFF2-40B4-BE49-F238E27FC236}">
                          <a16:creationId xmlns:a16="http://schemas.microsoft.com/office/drawing/2014/main" id="{9DB376A6-988A-01BB-DA8B-0B8C5C36B6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9656" y="4681214"/>
                      <a:ext cx="1003300" cy="312709"/>
                    </a:xfrm>
                    <a:prstGeom prst="rect">
                      <a:avLst/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37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ko-KR" altLang="en-US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°</a:t>
                      </a:r>
                      <a:r>
                        <a:rPr lang="en-US" altLang="ko-KR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1378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107" name="사다리꼴 106">
                <a:extLst>
                  <a:ext uri="{FF2B5EF4-FFF2-40B4-BE49-F238E27FC236}">
                    <a16:creationId xmlns:a16="http://schemas.microsoft.com/office/drawing/2014/main" id="{36352F39-12E6-0214-7E9F-2CC1D37C51D5}"/>
                  </a:ext>
                </a:extLst>
              </p:cNvPr>
              <p:cNvSpPr/>
              <p:nvPr/>
            </p:nvSpPr>
            <p:spPr>
              <a:xfrm>
                <a:off x="3892246" y="556267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108" name="사다리꼴 107">
                <a:extLst>
                  <a:ext uri="{FF2B5EF4-FFF2-40B4-BE49-F238E27FC236}">
                    <a16:creationId xmlns:a16="http://schemas.microsoft.com/office/drawing/2014/main" id="{7B966FD1-6958-80E8-6486-4B6C41B83AF5}"/>
                  </a:ext>
                </a:extLst>
              </p:cNvPr>
              <p:cNvSpPr/>
              <p:nvPr/>
            </p:nvSpPr>
            <p:spPr>
              <a:xfrm>
                <a:off x="3892246" y="403940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AA8207-7F95-3805-51D2-BEAF4D885905}"/>
                </a:ext>
              </a:extLst>
            </p:cNvPr>
            <p:cNvGrpSpPr/>
            <p:nvPr/>
          </p:nvGrpSpPr>
          <p:grpSpPr>
            <a:xfrm>
              <a:off x="294181" y="2888943"/>
              <a:ext cx="1926114" cy="2212354"/>
              <a:chOff x="721665" y="556267"/>
              <a:chExt cx="1956946" cy="2247768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1E5A119D-DD81-C7E0-F77D-269BC395D0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15875" y="1739887"/>
                <a:ext cx="368525" cy="21282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635000" prstMaterial="plastic">
                <a:bevelT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86"/>
              </a:p>
            </p:txBody>
          </p:sp>
          <p:sp>
            <p:nvSpPr>
              <p:cNvPr id="103" name="사다리꼴 102">
                <a:extLst>
                  <a:ext uri="{FF2B5EF4-FFF2-40B4-BE49-F238E27FC236}">
                    <a16:creationId xmlns:a16="http://schemas.microsoft.com/office/drawing/2014/main" id="{CF908AB5-E991-D697-DA64-0C7FEC7DFEFE}"/>
                  </a:ext>
                </a:extLst>
              </p:cNvPr>
              <p:cNvSpPr/>
              <p:nvPr/>
            </p:nvSpPr>
            <p:spPr>
              <a:xfrm>
                <a:off x="721665" y="556267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12420C36-2DF6-F6C7-601C-79FB9D352CEA}"/>
                  </a:ext>
                </a:extLst>
              </p:cNvPr>
              <p:cNvSpPr/>
              <p:nvPr/>
            </p:nvSpPr>
            <p:spPr>
              <a:xfrm>
                <a:off x="975819" y="699563"/>
                <a:ext cx="1416666" cy="178029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>
                  <a:rot lat="0" lon="0" rev="4200000"/>
                </a:lightRig>
              </a:scene3d>
              <a:sp3d prstMaterial="clear">
                <a:bevelT w="514350"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105" name="자유형: 도형 104">
                <a:extLst>
                  <a:ext uri="{FF2B5EF4-FFF2-40B4-BE49-F238E27FC236}">
                    <a16:creationId xmlns:a16="http://schemas.microsoft.com/office/drawing/2014/main" id="{8A444505-3B1C-4E11-D62F-4B92D262912A}"/>
                  </a:ext>
                </a:extLst>
              </p:cNvPr>
              <p:cNvSpPr/>
              <p:nvPr/>
            </p:nvSpPr>
            <p:spPr>
              <a:xfrm>
                <a:off x="1343467" y="2115546"/>
                <a:ext cx="340685" cy="275557"/>
              </a:xfrm>
              <a:custGeom>
                <a:avLst/>
                <a:gdLst>
                  <a:gd name="connsiteX0" fmla="*/ 15978 w 392769"/>
                  <a:gd name="connsiteY0" fmla="*/ 137864 h 376097"/>
                  <a:gd name="connsiteX1" fmla="*/ 17054 w 392769"/>
                  <a:gd name="connsiteY1" fmla="*/ 139349 h 376097"/>
                  <a:gd name="connsiteX2" fmla="*/ 37604 w 392769"/>
                  <a:gd name="connsiteY2" fmla="*/ 155954 h 376097"/>
                  <a:gd name="connsiteX3" fmla="*/ 42023 w 392769"/>
                  <a:gd name="connsiteY3" fmla="*/ 158400 h 376097"/>
                  <a:gd name="connsiteX4" fmla="*/ 44425 w 392769"/>
                  <a:gd name="connsiteY4" fmla="*/ 159730 h 376097"/>
                  <a:gd name="connsiteX5" fmla="*/ 2679 w 392769"/>
                  <a:gd name="connsiteY5" fmla="*/ 114813 h 376097"/>
                  <a:gd name="connsiteX6" fmla="*/ 4349 w 392769"/>
                  <a:gd name="connsiteY6" fmla="*/ 121813 h 376097"/>
                  <a:gd name="connsiteX7" fmla="*/ 12458 w 392769"/>
                  <a:gd name="connsiteY7" fmla="*/ 133005 h 376097"/>
                  <a:gd name="connsiteX8" fmla="*/ 184367 w 392769"/>
                  <a:gd name="connsiteY8" fmla="*/ 0 h 376097"/>
                  <a:gd name="connsiteX9" fmla="*/ 184367 w 392769"/>
                  <a:gd name="connsiteY9" fmla="*/ 116769 h 376097"/>
                  <a:gd name="connsiteX10" fmla="*/ 183456 w 392769"/>
                  <a:gd name="connsiteY10" fmla="*/ 116926 h 376097"/>
                  <a:gd name="connsiteX11" fmla="*/ 109906 w 392769"/>
                  <a:gd name="connsiteY11" fmla="*/ 135146 h 376097"/>
                  <a:gd name="connsiteX12" fmla="*/ 109904 w 392769"/>
                  <a:gd name="connsiteY12" fmla="*/ 135146 h 376097"/>
                  <a:gd name="connsiteX13" fmla="*/ 47884 w 392769"/>
                  <a:gd name="connsiteY13" fmla="*/ 161644 h 376097"/>
                  <a:gd name="connsiteX14" fmla="*/ 57490 w 392769"/>
                  <a:gd name="connsiteY14" fmla="*/ 166961 h 376097"/>
                  <a:gd name="connsiteX15" fmla="*/ 65486 w 392769"/>
                  <a:gd name="connsiteY15" fmla="*/ 171387 h 376097"/>
                  <a:gd name="connsiteX16" fmla="*/ 240108 w 392769"/>
                  <a:gd name="connsiteY16" fmla="*/ 216578 h 376097"/>
                  <a:gd name="connsiteX17" fmla="*/ 240108 w 392769"/>
                  <a:gd name="connsiteY17" fmla="*/ 173704 h 376097"/>
                  <a:gd name="connsiteX18" fmla="*/ 392769 w 392769"/>
                  <a:gd name="connsiteY18" fmla="*/ 284543 h 376097"/>
                  <a:gd name="connsiteX19" fmla="*/ 240108 w 392769"/>
                  <a:gd name="connsiteY19" fmla="*/ 376097 h 376097"/>
                  <a:gd name="connsiteX20" fmla="*/ 240108 w 392769"/>
                  <a:gd name="connsiteY20" fmla="*/ 333223 h 376097"/>
                  <a:gd name="connsiteX21" fmla="*/ 0 w 392769"/>
                  <a:gd name="connsiteY21" fmla="*/ 220232 h 376097"/>
                  <a:gd name="connsiteX22" fmla="*/ 0 w 392769"/>
                  <a:gd name="connsiteY22" fmla="*/ 103587 h 376097"/>
                  <a:gd name="connsiteX23" fmla="*/ 977 w 392769"/>
                  <a:gd name="connsiteY23" fmla="*/ 107679 h 376097"/>
                  <a:gd name="connsiteX24" fmla="*/ 1349 w 392769"/>
                  <a:gd name="connsiteY24" fmla="*/ 105252 h 376097"/>
                  <a:gd name="connsiteX25" fmla="*/ 0 w 392769"/>
                  <a:gd name="connsiteY25" fmla="*/ 103587 h 376097"/>
                  <a:gd name="connsiteX26" fmla="*/ 3063 w 392769"/>
                  <a:gd name="connsiteY26" fmla="*/ 94100 h 376097"/>
                  <a:gd name="connsiteX27" fmla="*/ 4457 w 392769"/>
                  <a:gd name="connsiteY27" fmla="*/ 85028 h 376097"/>
                  <a:gd name="connsiteX28" fmla="*/ 6807 w 392769"/>
                  <a:gd name="connsiteY28" fmla="*/ 82504 h 376097"/>
                  <a:gd name="connsiteX29" fmla="*/ 7980 w 392769"/>
                  <a:gd name="connsiteY29" fmla="*/ 78872 h 376097"/>
                  <a:gd name="connsiteX30" fmla="*/ 30866 w 392769"/>
                  <a:gd name="connsiteY30" fmla="*/ 55853 h 376097"/>
                  <a:gd name="connsiteX31" fmla="*/ 32505 w 392769"/>
                  <a:gd name="connsiteY31" fmla="*/ 54910 h 376097"/>
                  <a:gd name="connsiteX32" fmla="*/ 32991 w 392769"/>
                  <a:gd name="connsiteY32" fmla="*/ 54388 h 376097"/>
                  <a:gd name="connsiteX33" fmla="*/ 37230 w 392769"/>
                  <a:gd name="connsiteY33" fmla="*/ 52192 h 376097"/>
                  <a:gd name="connsiteX34" fmla="*/ 67079 w 392769"/>
                  <a:gd name="connsiteY34" fmla="*/ 35022 h 376097"/>
                  <a:gd name="connsiteX35" fmla="*/ 79305 w 392769"/>
                  <a:gd name="connsiteY35" fmla="*/ 30396 h 376097"/>
                  <a:gd name="connsiteX36" fmla="*/ 85871 w 392769"/>
                  <a:gd name="connsiteY36" fmla="*/ 26994 h 376097"/>
                  <a:gd name="connsiteX37" fmla="*/ 97421 w 392769"/>
                  <a:gd name="connsiteY37" fmla="*/ 23540 h 376097"/>
                  <a:gd name="connsiteX38" fmla="*/ 115040 w 392769"/>
                  <a:gd name="connsiteY38" fmla="*/ 16873 h 376097"/>
                  <a:gd name="connsiteX39" fmla="*/ 148805 w 392769"/>
                  <a:gd name="connsiteY39" fmla="*/ 8174 h 376097"/>
                  <a:gd name="connsiteX40" fmla="*/ 161102 w 392769"/>
                  <a:gd name="connsiteY40" fmla="*/ 4497 h 376097"/>
                  <a:gd name="connsiteX41" fmla="*/ 166713 w 392769"/>
                  <a:gd name="connsiteY41" fmla="*/ 3561 h 376097"/>
                  <a:gd name="connsiteX42" fmla="*/ 173168 w 392769"/>
                  <a:gd name="connsiteY42" fmla="*/ 1898 h 376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392769" h="376097">
                    <a:moveTo>
                      <a:pt x="15978" y="137864"/>
                    </a:moveTo>
                    <a:lnTo>
                      <a:pt x="17054" y="139349"/>
                    </a:lnTo>
                    <a:cubicBezTo>
                      <a:pt x="22625" y="145053"/>
                      <a:pt x="29503" y="150601"/>
                      <a:pt x="37604" y="155954"/>
                    </a:cubicBezTo>
                    <a:lnTo>
                      <a:pt x="42023" y="158400"/>
                    </a:lnTo>
                    <a:lnTo>
                      <a:pt x="44425" y="159730"/>
                    </a:lnTo>
                    <a:close/>
                    <a:moveTo>
                      <a:pt x="2679" y="114813"/>
                    </a:moveTo>
                    <a:lnTo>
                      <a:pt x="4349" y="121813"/>
                    </a:lnTo>
                    <a:lnTo>
                      <a:pt x="12458" y="133005"/>
                    </a:lnTo>
                    <a:close/>
                    <a:moveTo>
                      <a:pt x="184367" y="0"/>
                    </a:moveTo>
                    <a:lnTo>
                      <a:pt x="184367" y="116769"/>
                    </a:lnTo>
                    <a:lnTo>
                      <a:pt x="183456" y="116926"/>
                    </a:lnTo>
                    <a:lnTo>
                      <a:pt x="109906" y="135146"/>
                    </a:lnTo>
                    <a:lnTo>
                      <a:pt x="109904" y="135146"/>
                    </a:lnTo>
                    <a:lnTo>
                      <a:pt x="47884" y="161644"/>
                    </a:lnTo>
                    <a:lnTo>
                      <a:pt x="57490" y="166961"/>
                    </a:lnTo>
                    <a:lnTo>
                      <a:pt x="65486" y="171387"/>
                    </a:lnTo>
                    <a:cubicBezTo>
                      <a:pt x="107324" y="191075"/>
                      <a:pt x="167351" y="206995"/>
                      <a:pt x="240108" y="216578"/>
                    </a:cubicBezTo>
                    <a:lnTo>
                      <a:pt x="240108" y="173704"/>
                    </a:lnTo>
                    <a:lnTo>
                      <a:pt x="392769" y="284543"/>
                    </a:lnTo>
                    <a:lnTo>
                      <a:pt x="240108" y="376097"/>
                    </a:lnTo>
                    <a:lnTo>
                      <a:pt x="240108" y="333223"/>
                    </a:lnTo>
                    <a:cubicBezTo>
                      <a:pt x="94594" y="314057"/>
                      <a:pt x="0" y="269543"/>
                      <a:pt x="0" y="220232"/>
                    </a:cubicBezTo>
                    <a:lnTo>
                      <a:pt x="0" y="103587"/>
                    </a:lnTo>
                    <a:lnTo>
                      <a:pt x="977" y="107679"/>
                    </a:lnTo>
                    <a:lnTo>
                      <a:pt x="1349" y="105252"/>
                    </a:lnTo>
                    <a:lnTo>
                      <a:pt x="0" y="103587"/>
                    </a:lnTo>
                    <a:lnTo>
                      <a:pt x="3063" y="94100"/>
                    </a:lnTo>
                    <a:lnTo>
                      <a:pt x="4457" y="85028"/>
                    </a:lnTo>
                    <a:lnTo>
                      <a:pt x="6807" y="82504"/>
                    </a:lnTo>
                    <a:lnTo>
                      <a:pt x="7980" y="78872"/>
                    </a:lnTo>
                    <a:cubicBezTo>
                      <a:pt x="13212" y="70889"/>
                      <a:pt x="20928" y="63189"/>
                      <a:pt x="30866" y="55853"/>
                    </a:cubicBezTo>
                    <a:lnTo>
                      <a:pt x="32505" y="54910"/>
                    </a:lnTo>
                    <a:lnTo>
                      <a:pt x="32991" y="54388"/>
                    </a:lnTo>
                    <a:lnTo>
                      <a:pt x="37230" y="52192"/>
                    </a:lnTo>
                    <a:lnTo>
                      <a:pt x="67079" y="35022"/>
                    </a:lnTo>
                    <a:lnTo>
                      <a:pt x="79305" y="30396"/>
                    </a:lnTo>
                    <a:lnTo>
                      <a:pt x="85871" y="26994"/>
                    </a:lnTo>
                    <a:lnTo>
                      <a:pt x="97421" y="23540"/>
                    </a:lnTo>
                    <a:lnTo>
                      <a:pt x="115040" y="16873"/>
                    </a:lnTo>
                    <a:lnTo>
                      <a:pt x="148805" y="8174"/>
                    </a:lnTo>
                    <a:lnTo>
                      <a:pt x="161102" y="4497"/>
                    </a:lnTo>
                    <a:lnTo>
                      <a:pt x="166713" y="3561"/>
                    </a:lnTo>
                    <a:lnTo>
                      <a:pt x="173168" y="189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6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6BA4CC8-4F45-E7F4-373D-9527643E1C4A}"/>
                </a:ext>
              </a:extLst>
            </p:cNvPr>
            <p:cNvGrpSpPr/>
            <p:nvPr/>
          </p:nvGrpSpPr>
          <p:grpSpPr>
            <a:xfrm>
              <a:off x="443808" y="2539623"/>
              <a:ext cx="1709456" cy="1101874"/>
              <a:chOff x="2670080" y="3803196"/>
              <a:chExt cx="1736820" cy="1119512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0BF204CA-E6CF-9C21-E09E-0B9807163547}"/>
                  </a:ext>
                </a:extLst>
              </p:cNvPr>
              <p:cNvSpPr/>
              <p:nvPr/>
            </p:nvSpPr>
            <p:spPr>
              <a:xfrm>
                <a:off x="3126564" y="4157182"/>
                <a:ext cx="45958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</a:t>
                </a:r>
                <a:endParaRPr lang="ko-KR" altLang="en-US" sz="137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63EF15BD-63AE-1A68-B5F2-D3C7F5BE4686}"/>
                  </a:ext>
                </a:extLst>
              </p:cNvPr>
              <p:cNvSpPr/>
              <p:nvPr/>
            </p:nvSpPr>
            <p:spPr>
              <a:xfrm>
                <a:off x="3126564" y="3803196"/>
                <a:ext cx="45958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</a:t>
                </a:r>
                <a:r>
                  <a:rPr lang="en-US" altLang="ko-KR" sz="1378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378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C5105AEB-397A-1BB0-CE7A-70382677087A}"/>
                  </a:ext>
                </a:extLst>
              </p:cNvPr>
              <p:cNvSpPr/>
              <p:nvPr/>
            </p:nvSpPr>
            <p:spPr>
              <a:xfrm>
                <a:off x="3126564" y="4511169"/>
                <a:ext cx="459585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</a:t>
                </a:r>
                <a:r>
                  <a:rPr lang="en-US" altLang="ko-KR" sz="1378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378" baseline="-25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2C82EC59-2ADF-94DC-AA2A-3B3D7C257E7F}"/>
                  </a:ext>
                </a:extLst>
              </p:cNvPr>
              <p:cNvSpPr/>
              <p:nvPr/>
            </p:nvSpPr>
            <p:spPr>
              <a:xfrm>
                <a:off x="2670080" y="4152514"/>
                <a:ext cx="459584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</a:t>
                </a:r>
                <a:endParaRPr lang="ko-KR" altLang="en-US" sz="137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A489EE3B-AE25-2FD8-59D9-3A40B72CDDFB}"/>
                  </a:ext>
                </a:extLst>
              </p:cNvPr>
              <p:cNvSpPr/>
              <p:nvPr/>
            </p:nvSpPr>
            <p:spPr>
              <a:xfrm>
                <a:off x="3536384" y="4152514"/>
                <a:ext cx="45958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endParaRPr lang="ko-KR" altLang="en-US" sz="137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E899BC43-796E-B4BD-B167-ECA1D88AB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8312" y="4306402"/>
                <a:ext cx="18294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171395D5-8A05-7814-E8E3-661380F739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9239" y="4306402"/>
                <a:ext cx="182947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C465FA5C-74E2-00E4-E2A5-4FA664BD5B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80168" y="4306402"/>
                <a:ext cx="18294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26C2E13D-D54E-F71C-E157-EC896A87EB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278221" y="4134078"/>
                <a:ext cx="156271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>
                <a:extLst>
                  <a:ext uri="{FF2B5EF4-FFF2-40B4-BE49-F238E27FC236}">
                    <a16:creationId xmlns:a16="http://schemas.microsoft.com/office/drawing/2014/main" id="{39815DFF-2038-74C7-ECB6-721DD57CAF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278221" y="4488064"/>
                <a:ext cx="156271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4292D0B1-ACB2-872F-083E-C2479F4E7CF7}"/>
                  </a:ext>
                </a:extLst>
              </p:cNvPr>
              <p:cNvSpPr/>
              <p:nvPr/>
            </p:nvSpPr>
            <p:spPr>
              <a:xfrm>
                <a:off x="3947314" y="4152514"/>
                <a:ext cx="45958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378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ko-KR" altLang="en-US" sz="1378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양쪽 대괄호 99">
                <a:extLst>
                  <a:ext uri="{FF2B5EF4-FFF2-40B4-BE49-F238E27FC236}">
                    <a16:creationId xmlns:a16="http://schemas.microsoft.com/office/drawing/2014/main" id="{DE9B7BBF-DE6B-07BC-0800-C06E57846E6A}"/>
                  </a:ext>
                </a:extLst>
              </p:cNvPr>
              <p:cNvSpPr/>
              <p:nvPr/>
            </p:nvSpPr>
            <p:spPr>
              <a:xfrm>
                <a:off x="3138154" y="3803196"/>
                <a:ext cx="828000" cy="1015729"/>
              </a:xfrm>
              <a:prstGeom prst="bracketPair">
                <a:avLst>
                  <a:gd name="adj" fmla="val 5442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FB87C68-B9CC-DBED-9C1B-B6F97C9475BC}"/>
                  </a:ext>
                </a:extLst>
              </p:cNvPr>
              <p:cNvSpPr/>
              <p:nvPr/>
            </p:nvSpPr>
            <p:spPr>
              <a:xfrm>
                <a:off x="3848418" y="4645709"/>
                <a:ext cx="459586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en-US" altLang="ko-KR" sz="118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ko-KR" altLang="en-US" sz="118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F433D0F-D1FE-043A-AC29-7D38124728C2}"/>
                </a:ext>
              </a:extLst>
            </p:cNvPr>
            <p:cNvGrpSpPr/>
            <p:nvPr/>
          </p:nvGrpSpPr>
          <p:grpSpPr>
            <a:xfrm>
              <a:off x="9477044" y="2726516"/>
              <a:ext cx="1926114" cy="2374781"/>
              <a:chOff x="6750089" y="391240"/>
              <a:chExt cx="1956946" cy="2412795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912D873D-E1DC-283A-B329-703BBD1513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79611" y="1739887"/>
                <a:ext cx="368525" cy="21282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cene3d>
                <a:camera prst="orthographicFront">
                  <a:rot lat="18000000" lon="0" rev="0"/>
                </a:camera>
                <a:lightRig rig="threePt" dir="t"/>
              </a:scene3d>
              <a:sp3d extrusionH="635000" prstMaterial="plastic">
                <a:bevelT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86"/>
              </a:p>
            </p:txBody>
          </p:sp>
          <p:sp>
            <p:nvSpPr>
              <p:cNvPr id="85" name="사다리꼴 84">
                <a:extLst>
                  <a:ext uri="{FF2B5EF4-FFF2-40B4-BE49-F238E27FC236}">
                    <a16:creationId xmlns:a16="http://schemas.microsoft.com/office/drawing/2014/main" id="{AC4C71AA-98BA-8CEC-FBAC-50A78B0B1109}"/>
                  </a:ext>
                </a:extLst>
              </p:cNvPr>
              <p:cNvSpPr/>
              <p:nvPr/>
            </p:nvSpPr>
            <p:spPr>
              <a:xfrm>
                <a:off x="6750089" y="556267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86" name="사다리꼴 85">
                <a:extLst>
                  <a:ext uri="{FF2B5EF4-FFF2-40B4-BE49-F238E27FC236}">
                    <a16:creationId xmlns:a16="http://schemas.microsoft.com/office/drawing/2014/main" id="{A0ACCADB-F293-5E95-02FD-956E0697047E}"/>
                  </a:ext>
                </a:extLst>
              </p:cNvPr>
              <p:cNvSpPr/>
              <p:nvPr/>
            </p:nvSpPr>
            <p:spPr>
              <a:xfrm>
                <a:off x="6750089" y="391240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593F5CB6-A71F-31E1-A301-91428AB0DB52}"/>
                  </a:ext>
                </a:extLst>
              </p:cNvPr>
              <p:cNvSpPr/>
              <p:nvPr/>
            </p:nvSpPr>
            <p:spPr>
              <a:xfrm>
                <a:off x="7407203" y="2115546"/>
                <a:ext cx="340685" cy="275557"/>
              </a:xfrm>
              <a:custGeom>
                <a:avLst/>
                <a:gdLst>
                  <a:gd name="connsiteX0" fmla="*/ 15978 w 392769"/>
                  <a:gd name="connsiteY0" fmla="*/ 137864 h 376097"/>
                  <a:gd name="connsiteX1" fmla="*/ 17054 w 392769"/>
                  <a:gd name="connsiteY1" fmla="*/ 139349 h 376097"/>
                  <a:gd name="connsiteX2" fmla="*/ 37604 w 392769"/>
                  <a:gd name="connsiteY2" fmla="*/ 155954 h 376097"/>
                  <a:gd name="connsiteX3" fmla="*/ 42023 w 392769"/>
                  <a:gd name="connsiteY3" fmla="*/ 158400 h 376097"/>
                  <a:gd name="connsiteX4" fmla="*/ 44425 w 392769"/>
                  <a:gd name="connsiteY4" fmla="*/ 159730 h 376097"/>
                  <a:gd name="connsiteX5" fmla="*/ 2679 w 392769"/>
                  <a:gd name="connsiteY5" fmla="*/ 114813 h 376097"/>
                  <a:gd name="connsiteX6" fmla="*/ 4349 w 392769"/>
                  <a:gd name="connsiteY6" fmla="*/ 121813 h 376097"/>
                  <a:gd name="connsiteX7" fmla="*/ 12458 w 392769"/>
                  <a:gd name="connsiteY7" fmla="*/ 133005 h 376097"/>
                  <a:gd name="connsiteX8" fmla="*/ 184367 w 392769"/>
                  <a:gd name="connsiteY8" fmla="*/ 0 h 376097"/>
                  <a:gd name="connsiteX9" fmla="*/ 184367 w 392769"/>
                  <a:gd name="connsiteY9" fmla="*/ 116769 h 376097"/>
                  <a:gd name="connsiteX10" fmla="*/ 183456 w 392769"/>
                  <a:gd name="connsiteY10" fmla="*/ 116926 h 376097"/>
                  <a:gd name="connsiteX11" fmla="*/ 109906 w 392769"/>
                  <a:gd name="connsiteY11" fmla="*/ 135146 h 376097"/>
                  <a:gd name="connsiteX12" fmla="*/ 109904 w 392769"/>
                  <a:gd name="connsiteY12" fmla="*/ 135146 h 376097"/>
                  <a:gd name="connsiteX13" fmla="*/ 47884 w 392769"/>
                  <a:gd name="connsiteY13" fmla="*/ 161644 h 376097"/>
                  <a:gd name="connsiteX14" fmla="*/ 57490 w 392769"/>
                  <a:gd name="connsiteY14" fmla="*/ 166961 h 376097"/>
                  <a:gd name="connsiteX15" fmla="*/ 65486 w 392769"/>
                  <a:gd name="connsiteY15" fmla="*/ 171387 h 376097"/>
                  <a:gd name="connsiteX16" fmla="*/ 240108 w 392769"/>
                  <a:gd name="connsiteY16" fmla="*/ 216578 h 376097"/>
                  <a:gd name="connsiteX17" fmla="*/ 240108 w 392769"/>
                  <a:gd name="connsiteY17" fmla="*/ 173704 h 376097"/>
                  <a:gd name="connsiteX18" fmla="*/ 392769 w 392769"/>
                  <a:gd name="connsiteY18" fmla="*/ 284543 h 376097"/>
                  <a:gd name="connsiteX19" fmla="*/ 240108 w 392769"/>
                  <a:gd name="connsiteY19" fmla="*/ 376097 h 376097"/>
                  <a:gd name="connsiteX20" fmla="*/ 240108 w 392769"/>
                  <a:gd name="connsiteY20" fmla="*/ 333223 h 376097"/>
                  <a:gd name="connsiteX21" fmla="*/ 0 w 392769"/>
                  <a:gd name="connsiteY21" fmla="*/ 220232 h 376097"/>
                  <a:gd name="connsiteX22" fmla="*/ 0 w 392769"/>
                  <a:gd name="connsiteY22" fmla="*/ 103587 h 376097"/>
                  <a:gd name="connsiteX23" fmla="*/ 977 w 392769"/>
                  <a:gd name="connsiteY23" fmla="*/ 107679 h 376097"/>
                  <a:gd name="connsiteX24" fmla="*/ 1349 w 392769"/>
                  <a:gd name="connsiteY24" fmla="*/ 105252 h 376097"/>
                  <a:gd name="connsiteX25" fmla="*/ 0 w 392769"/>
                  <a:gd name="connsiteY25" fmla="*/ 103587 h 376097"/>
                  <a:gd name="connsiteX26" fmla="*/ 3063 w 392769"/>
                  <a:gd name="connsiteY26" fmla="*/ 94100 h 376097"/>
                  <a:gd name="connsiteX27" fmla="*/ 4457 w 392769"/>
                  <a:gd name="connsiteY27" fmla="*/ 85028 h 376097"/>
                  <a:gd name="connsiteX28" fmla="*/ 6807 w 392769"/>
                  <a:gd name="connsiteY28" fmla="*/ 82504 h 376097"/>
                  <a:gd name="connsiteX29" fmla="*/ 7980 w 392769"/>
                  <a:gd name="connsiteY29" fmla="*/ 78872 h 376097"/>
                  <a:gd name="connsiteX30" fmla="*/ 30866 w 392769"/>
                  <a:gd name="connsiteY30" fmla="*/ 55853 h 376097"/>
                  <a:gd name="connsiteX31" fmla="*/ 32505 w 392769"/>
                  <a:gd name="connsiteY31" fmla="*/ 54910 h 376097"/>
                  <a:gd name="connsiteX32" fmla="*/ 32991 w 392769"/>
                  <a:gd name="connsiteY32" fmla="*/ 54388 h 376097"/>
                  <a:gd name="connsiteX33" fmla="*/ 37230 w 392769"/>
                  <a:gd name="connsiteY33" fmla="*/ 52192 h 376097"/>
                  <a:gd name="connsiteX34" fmla="*/ 67079 w 392769"/>
                  <a:gd name="connsiteY34" fmla="*/ 35022 h 376097"/>
                  <a:gd name="connsiteX35" fmla="*/ 79305 w 392769"/>
                  <a:gd name="connsiteY35" fmla="*/ 30396 h 376097"/>
                  <a:gd name="connsiteX36" fmla="*/ 85871 w 392769"/>
                  <a:gd name="connsiteY36" fmla="*/ 26994 h 376097"/>
                  <a:gd name="connsiteX37" fmla="*/ 97421 w 392769"/>
                  <a:gd name="connsiteY37" fmla="*/ 23540 h 376097"/>
                  <a:gd name="connsiteX38" fmla="*/ 115040 w 392769"/>
                  <a:gd name="connsiteY38" fmla="*/ 16873 h 376097"/>
                  <a:gd name="connsiteX39" fmla="*/ 148805 w 392769"/>
                  <a:gd name="connsiteY39" fmla="*/ 8174 h 376097"/>
                  <a:gd name="connsiteX40" fmla="*/ 161102 w 392769"/>
                  <a:gd name="connsiteY40" fmla="*/ 4497 h 376097"/>
                  <a:gd name="connsiteX41" fmla="*/ 166713 w 392769"/>
                  <a:gd name="connsiteY41" fmla="*/ 3561 h 376097"/>
                  <a:gd name="connsiteX42" fmla="*/ 173168 w 392769"/>
                  <a:gd name="connsiteY42" fmla="*/ 1898 h 376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392769" h="376097">
                    <a:moveTo>
                      <a:pt x="15978" y="137864"/>
                    </a:moveTo>
                    <a:lnTo>
                      <a:pt x="17054" y="139349"/>
                    </a:lnTo>
                    <a:cubicBezTo>
                      <a:pt x="22625" y="145053"/>
                      <a:pt x="29503" y="150601"/>
                      <a:pt x="37604" y="155954"/>
                    </a:cubicBezTo>
                    <a:lnTo>
                      <a:pt x="42023" y="158400"/>
                    </a:lnTo>
                    <a:lnTo>
                      <a:pt x="44425" y="159730"/>
                    </a:lnTo>
                    <a:close/>
                    <a:moveTo>
                      <a:pt x="2679" y="114813"/>
                    </a:moveTo>
                    <a:lnTo>
                      <a:pt x="4349" y="121813"/>
                    </a:lnTo>
                    <a:lnTo>
                      <a:pt x="12458" y="133005"/>
                    </a:lnTo>
                    <a:close/>
                    <a:moveTo>
                      <a:pt x="184367" y="0"/>
                    </a:moveTo>
                    <a:lnTo>
                      <a:pt x="184367" y="116769"/>
                    </a:lnTo>
                    <a:lnTo>
                      <a:pt x="183456" y="116926"/>
                    </a:lnTo>
                    <a:lnTo>
                      <a:pt x="109906" y="135146"/>
                    </a:lnTo>
                    <a:lnTo>
                      <a:pt x="109904" y="135146"/>
                    </a:lnTo>
                    <a:lnTo>
                      <a:pt x="47884" y="161644"/>
                    </a:lnTo>
                    <a:lnTo>
                      <a:pt x="57490" y="166961"/>
                    </a:lnTo>
                    <a:lnTo>
                      <a:pt x="65486" y="171387"/>
                    </a:lnTo>
                    <a:cubicBezTo>
                      <a:pt x="107324" y="191075"/>
                      <a:pt x="167351" y="206995"/>
                      <a:pt x="240108" y="216578"/>
                    </a:cubicBezTo>
                    <a:lnTo>
                      <a:pt x="240108" y="173704"/>
                    </a:lnTo>
                    <a:lnTo>
                      <a:pt x="392769" y="284543"/>
                    </a:lnTo>
                    <a:lnTo>
                      <a:pt x="240108" y="376097"/>
                    </a:lnTo>
                    <a:lnTo>
                      <a:pt x="240108" y="333223"/>
                    </a:lnTo>
                    <a:cubicBezTo>
                      <a:pt x="94594" y="314057"/>
                      <a:pt x="0" y="269543"/>
                      <a:pt x="0" y="220232"/>
                    </a:cubicBezTo>
                    <a:lnTo>
                      <a:pt x="0" y="103587"/>
                    </a:lnTo>
                    <a:lnTo>
                      <a:pt x="977" y="107679"/>
                    </a:lnTo>
                    <a:lnTo>
                      <a:pt x="1349" y="105252"/>
                    </a:lnTo>
                    <a:lnTo>
                      <a:pt x="0" y="103587"/>
                    </a:lnTo>
                    <a:lnTo>
                      <a:pt x="3063" y="94100"/>
                    </a:lnTo>
                    <a:lnTo>
                      <a:pt x="4457" y="85028"/>
                    </a:lnTo>
                    <a:lnTo>
                      <a:pt x="6807" y="82504"/>
                    </a:lnTo>
                    <a:lnTo>
                      <a:pt x="7980" y="78872"/>
                    </a:lnTo>
                    <a:cubicBezTo>
                      <a:pt x="13212" y="70889"/>
                      <a:pt x="20928" y="63189"/>
                      <a:pt x="30866" y="55853"/>
                    </a:cubicBezTo>
                    <a:lnTo>
                      <a:pt x="32505" y="54910"/>
                    </a:lnTo>
                    <a:lnTo>
                      <a:pt x="32991" y="54388"/>
                    </a:lnTo>
                    <a:lnTo>
                      <a:pt x="37230" y="52192"/>
                    </a:lnTo>
                    <a:lnTo>
                      <a:pt x="67079" y="35022"/>
                    </a:lnTo>
                    <a:lnTo>
                      <a:pt x="79305" y="30396"/>
                    </a:lnTo>
                    <a:lnTo>
                      <a:pt x="85871" y="26994"/>
                    </a:lnTo>
                    <a:lnTo>
                      <a:pt x="97421" y="23540"/>
                    </a:lnTo>
                    <a:lnTo>
                      <a:pt x="115040" y="16873"/>
                    </a:lnTo>
                    <a:lnTo>
                      <a:pt x="148805" y="8174"/>
                    </a:lnTo>
                    <a:lnTo>
                      <a:pt x="161102" y="4497"/>
                    </a:lnTo>
                    <a:lnTo>
                      <a:pt x="166713" y="3561"/>
                    </a:lnTo>
                    <a:lnTo>
                      <a:pt x="173168" y="1898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6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887634DF-EEE1-51E6-556F-4EEE7ACA537A}"/>
                  </a:ext>
                </a:extLst>
              </p:cNvPr>
              <p:cNvSpPr/>
              <p:nvPr/>
            </p:nvSpPr>
            <p:spPr>
              <a:xfrm>
                <a:off x="7215926" y="716004"/>
                <a:ext cx="1063923" cy="133701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>
                  <a:rot lat="0" lon="0" rev="4200000"/>
                </a:lightRig>
              </a:scene3d>
              <a:sp3d prstMaterial="clear">
                <a:bevelT w="514350" h="1270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</p:grpSp>
        <p:sp>
          <p:nvSpPr>
            <p:cNvPr id="13" name="사다리꼴 12">
              <a:extLst>
                <a:ext uri="{FF2B5EF4-FFF2-40B4-BE49-F238E27FC236}">
                  <a16:creationId xmlns:a16="http://schemas.microsoft.com/office/drawing/2014/main" id="{E6C8D037-5EAD-61CC-53DA-D17FA656A239}"/>
                </a:ext>
              </a:extLst>
            </p:cNvPr>
            <p:cNvSpPr/>
            <p:nvPr/>
          </p:nvSpPr>
          <p:spPr>
            <a:xfrm flipV="1">
              <a:off x="9579436" y="3161590"/>
              <a:ext cx="1724293" cy="683975"/>
            </a:xfrm>
            <a:prstGeom prst="trapezoid">
              <a:avLst>
                <a:gd name="adj" fmla="val 12166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72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CCE512-7633-D9D0-3B8C-DC1978CBB259}"/>
                </a:ext>
              </a:extLst>
            </p:cNvPr>
            <p:cNvSpPr txBox="1"/>
            <p:nvPr/>
          </p:nvSpPr>
          <p:spPr>
            <a:xfrm>
              <a:off x="9285590" y="2291810"/>
              <a:ext cx="2405940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1% </a:t>
              </a:r>
              <a:r>
                <a:rPr lang="en-US" altLang="ko-KR" sz="1772" dirty="0" err="1">
                  <a:latin typeface="Arial" panose="020B0604020202020204" pitchFamily="34" charset="0"/>
                  <a:cs typeface="Arial" panose="020B0604020202020204" pitchFamily="34" charset="0"/>
                </a:rPr>
                <a:t>AgNW</a:t>
              </a:r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 solution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8778E0E1-CF31-5A9D-8B94-318CA216E396}"/>
                </a:ext>
              </a:extLst>
            </p:cNvPr>
            <p:cNvGrpSpPr/>
            <p:nvPr/>
          </p:nvGrpSpPr>
          <p:grpSpPr>
            <a:xfrm>
              <a:off x="9515150" y="2654490"/>
              <a:ext cx="1849902" cy="750983"/>
              <a:chOff x="6850470" y="1013230"/>
              <a:chExt cx="1879514" cy="763004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AEBFBA3E-1B63-23F6-2AA4-9537B96C719F}"/>
                  </a:ext>
                </a:extLst>
              </p:cNvPr>
              <p:cNvSpPr/>
              <p:nvPr/>
            </p:nvSpPr>
            <p:spPr>
              <a:xfrm>
                <a:off x="6850470" y="1013230"/>
                <a:ext cx="1879514" cy="76300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 dirty="0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FED76C4-0761-E891-593C-39F1EA7CEEF2}"/>
                  </a:ext>
                </a:extLst>
              </p:cNvPr>
              <p:cNvSpPr/>
              <p:nvPr/>
            </p:nvSpPr>
            <p:spPr>
              <a:xfrm>
                <a:off x="7213326" y="1122163"/>
                <a:ext cx="1085850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C0165F00-3410-0F9E-15F5-7CC0C1490BC6}"/>
                  </a:ext>
                </a:extLst>
              </p:cNvPr>
              <p:cNvSpPr/>
              <p:nvPr/>
            </p:nvSpPr>
            <p:spPr>
              <a:xfrm rot="21017117">
                <a:off x="7170142" y="1439995"/>
                <a:ext cx="1085850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68887EA1-F060-53B1-BD06-6E745CAF10CE}"/>
                  </a:ext>
                </a:extLst>
              </p:cNvPr>
              <p:cNvSpPr/>
              <p:nvPr/>
            </p:nvSpPr>
            <p:spPr>
              <a:xfrm rot="1200543">
                <a:off x="6927494" y="1394311"/>
                <a:ext cx="1085850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0B78B9E5-5D21-E2E8-4F58-BB0B06DED34C}"/>
                  </a:ext>
                </a:extLst>
              </p:cNvPr>
              <p:cNvSpPr/>
              <p:nvPr/>
            </p:nvSpPr>
            <p:spPr>
              <a:xfrm rot="19886472">
                <a:off x="7601385" y="1458649"/>
                <a:ext cx="1085850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C6EC0B50-5F29-F1D3-419D-AB1D9AF5E59B}"/>
                  </a:ext>
                </a:extLst>
              </p:cNvPr>
              <p:cNvSpPr/>
              <p:nvPr/>
            </p:nvSpPr>
            <p:spPr>
              <a:xfrm rot="2178076">
                <a:off x="7447435" y="1311340"/>
                <a:ext cx="94140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97157332-492B-C665-2F3A-9D18674E7363}"/>
                  </a:ext>
                </a:extLst>
              </p:cNvPr>
              <p:cNvSpPr/>
              <p:nvPr/>
            </p:nvSpPr>
            <p:spPr>
              <a:xfrm rot="21296829">
                <a:off x="7567747" y="1066822"/>
                <a:ext cx="94140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CECDD4AF-DE4C-0492-E8F2-42062C453481}"/>
                  </a:ext>
                </a:extLst>
              </p:cNvPr>
              <p:cNvSpPr/>
              <p:nvPr/>
            </p:nvSpPr>
            <p:spPr>
              <a:xfrm rot="19831864">
                <a:off x="6929449" y="1292372"/>
                <a:ext cx="94140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0314B8B2-FD18-85BE-78F7-D0F9B4EF3001}"/>
                  </a:ext>
                </a:extLst>
              </p:cNvPr>
              <p:cNvSpPr/>
              <p:nvPr/>
            </p:nvSpPr>
            <p:spPr>
              <a:xfrm rot="19915020">
                <a:off x="7177101" y="1359046"/>
                <a:ext cx="94140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2A502019-18E0-860E-192D-5B81338FC7DF}"/>
                  </a:ext>
                </a:extLst>
              </p:cNvPr>
              <p:cNvSpPr/>
              <p:nvPr/>
            </p:nvSpPr>
            <p:spPr>
              <a:xfrm rot="8343986">
                <a:off x="8057652" y="1475638"/>
                <a:ext cx="61456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D1BEB215-84E8-FC8F-6B55-80557FB501B9}"/>
                  </a:ext>
                </a:extLst>
              </p:cNvPr>
              <p:cNvSpPr/>
              <p:nvPr/>
            </p:nvSpPr>
            <p:spPr>
              <a:xfrm rot="1893718">
                <a:off x="7969302" y="1334183"/>
                <a:ext cx="614566" cy="1381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FAB3CBBC-D273-B529-DC45-6564DFF058C3}"/>
                  </a:ext>
                </a:extLst>
              </p:cNvPr>
              <p:cNvSpPr/>
              <p:nvPr/>
            </p:nvSpPr>
            <p:spPr>
              <a:xfrm rot="1893718">
                <a:off x="8026964" y="1238276"/>
                <a:ext cx="697848" cy="839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28C0BD7A-BD1A-79D3-E046-966C6EB4FA7A}"/>
                  </a:ext>
                </a:extLst>
              </p:cNvPr>
              <p:cNvSpPr/>
              <p:nvPr/>
            </p:nvSpPr>
            <p:spPr>
              <a:xfrm rot="9317248">
                <a:off x="7868060" y="1287949"/>
                <a:ext cx="697848" cy="839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61C9D663-A9C2-86B1-FB51-900FAE996771}"/>
                  </a:ext>
                </a:extLst>
              </p:cNvPr>
              <p:cNvSpPr/>
              <p:nvPr/>
            </p:nvSpPr>
            <p:spPr>
              <a:xfrm rot="19183017">
                <a:off x="6888892" y="1219449"/>
                <a:ext cx="697848" cy="839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B27B0461-F064-2305-2AFE-1CE02B0CFD76}"/>
                  </a:ext>
                </a:extLst>
              </p:cNvPr>
              <p:cNvSpPr/>
              <p:nvPr/>
            </p:nvSpPr>
            <p:spPr>
              <a:xfrm rot="19183017">
                <a:off x="7058033" y="1417494"/>
                <a:ext cx="556655" cy="839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1CF1961E-9BD4-FCAE-FDD7-16C58103C5B4}"/>
                  </a:ext>
                </a:extLst>
              </p:cNvPr>
              <p:cNvSpPr/>
              <p:nvPr/>
            </p:nvSpPr>
            <p:spPr>
              <a:xfrm rot="627980">
                <a:off x="7286635" y="1627043"/>
                <a:ext cx="556655" cy="83912"/>
              </a:xfrm>
              <a:custGeom>
                <a:avLst/>
                <a:gdLst>
                  <a:gd name="connsiteX0" fmla="*/ 0 w 1085850"/>
                  <a:gd name="connsiteY0" fmla="*/ 0 h 138112"/>
                  <a:gd name="connsiteX1" fmla="*/ 561975 w 1085850"/>
                  <a:gd name="connsiteY1" fmla="*/ 33337 h 138112"/>
                  <a:gd name="connsiteX2" fmla="*/ 1085850 w 1085850"/>
                  <a:gd name="connsiteY2" fmla="*/ 138112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38112">
                    <a:moveTo>
                      <a:pt x="0" y="0"/>
                    </a:moveTo>
                    <a:cubicBezTo>
                      <a:pt x="190500" y="5159"/>
                      <a:pt x="381000" y="10318"/>
                      <a:pt x="561975" y="33337"/>
                    </a:cubicBezTo>
                    <a:cubicBezTo>
                      <a:pt x="742950" y="56356"/>
                      <a:pt x="914400" y="97234"/>
                      <a:pt x="1085850" y="138112"/>
                    </a:cubicBezTo>
                  </a:path>
                </a:pathLst>
              </a:custGeom>
              <a:noFill/>
              <a:ln cap="rnd">
                <a:solidFill>
                  <a:schemeClr val="bg1">
                    <a:lumMod val="8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772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AAEFB1-0FF6-CE5D-DDE2-2BD1B7D5B880}"/>
                </a:ext>
              </a:extLst>
            </p:cNvPr>
            <p:cNvSpPr txBox="1"/>
            <p:nvPr/>
          </p:nvSpPr>
          <p:spPr>
            <a:xfrm>
              <a:off x="9285590" y="4841958"/>
              <a:ext cx="2405940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1000 – 5000 rpm</a:t>
              </a:r>
            </a:p>
          </p:txBody>
        </p:sp>
        <p:sp>
          <p:nvSpPr>
            <p:cNvPr id="17" name="오른쪽 화살표 42">
              <a:extLst>
                <a:ext uri="{FF2B5EF4-FFF2-40B4-BE49-F238E27FC236}">
                  <a16:creationId xmlns:a16="http://schemas.microsoft.com/office/drawing/2014/main" id="{6723A4A9-89BD-6553-5323-A7080FA4053F}"/>
                </a:ext>
              </a:extLst>
            </p:cNvPr>
            <p:cNvSpPr/>
            <p:nvPr/>
          </p:nvSpPr>
          <p:spPr>
            <a:xfrm>
              <a:off x="8842929" y="3593360"/>
              <a:ext cx="460557" cy="460557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62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3067567-B345-BEBF-B513-88F4EF3C8D6A}"/>
                </a:ext>
              </a:extLst>
            </p:cNvPr>
            <p:cNvGrpSpPr/>
            <p:nvPr/>
          </p:nvGrpSpPr>
          <p:grpSpPr>
            <a:xfrm>
              <a:off x="6646511" y="2371072"/>
              <a:ext cx="1940475" cy="2764391"/>
              <a:chOff x="6512031" y="1634224"/>
              <a:chExt cx="1971537" cy="2808642"/>
            </a:xfrm>
          </p:grpSpPr>
          <p:sp>
            <p:nvSpPr>
              <p:cNvPr id="65" name="사다리꼴 64">
                <a:extLst>
                  <a:ext uri="{FF2B5EF4-FFF2-40B4-BE49-F238E27FC236}">
                    <a16:creationId xmlns:a16="http://schemas.microsoft.com/office/drawing/2014/main" id="{A4E4C97E-FBC2-E1A6-DC04-48199035D5A0}"/>
                  </a:ext>
                </a:extLst>
              </p:cNvPr>
              <p:cNvSpPr/>
              <p:nvPr/>
            </p:nvSpPr>
            <p:spPr>
              <a:xfrm>
                <a:off x="6526622" y="2195098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66" name="사다리꼴 65">
                <a:extLst>
                  <a:ext uri="{FF2B5EF4-FFF2-40B4-BE49-F238E27FC236}">
                    <a16:creationId xmlns:a16="http://schemas.microsoft.com/office/drawing/2014/main" id="{84BC4251-BCE1-65C0-76AC-4BE4E7F86B5C}"/>
                  </a:ext>
                </a:extLst>
              </p:cNvPr>
              <p:cNvSpPr/>
              <p:nvPr/>
            </p:nvSpPr>
            <p:spPr>
              <a:xfrm>
                <a:off x="6526622" y="2042771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67" name="사다리꼴 66">
                <a:extLst>
                  <a:ext uri="{FF2B5EF4-FFF2-40B4-BE49-F238E27FC236}">
                    <a16:creationId xmlns:a16="http://schemas.microsoft.com/office/drawing/2014/main" id="{3B9832F4-F00F-E176-20D8-E0FC6647C509}"/>
                  </a:ext>
                </a:extLst>
              </p:cNvPr>
              <p:cNvSpPr/>
              <p:nvPr/>
            </p:nvSpPr>
            <p:spPr>
              <a:xfrm>
                <a:off x="6512031" y="1634224"/>
                <a:ext cx="1956946" cy="2247768"/>
              </a:xfrm>
              <a:prstGeom prst="trapezoid">
                <a:avLst>
                  <a:gd name="adj" fmla="val 15885"/>
                </a:avLst>
              </a:prstGeom>
              <a:solidFill>
                <a:srgbClr val="01FFE7">
                  <a:alpha val="20000"/>
                </a:srgbClr>
              </a:solidFill>
              <a:ln>
                <a:noFill/>
              </a:ln>
              <a:effectLst>
                <a:glow rad="139700">
                  <a:srgbClr val="01FFE7">
                    <a:alpha val="40000"/>
                  </a:srgbClr>
                </a:glow>
                <a:outerShdw blurRad="50800" dist="254000" dir="5400000" algn="t" rotWithShape="0">
                  <a:srgbClr val="01FFE7">
                    <a:alpha val="40000"/>
                  </a:srgbClr>
                </a:outerShdw>
              </a:effectLst>
              <a:scene3d>
                <a:camera prst="orthographicFront">
                  <a:rot lat="17100000" lon="0" rev="0"/>
                </a:camera>
                <a:lightRig rig="threePt" dir="t"/>
              </a:scene3d>
              <a:sp3d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E33402-1873-5AB6-2120-FE2924596A80}"/>
                </a:ext>
              </a:extLst>
            </p:cNvPr>
            <p:cNvSpPr txBox="1"/>
            <p:nvPr/>
          </p:nvSpPr>
          <p:spPr>
            <a:xfrm>
              <a:off x="6370848" y="2746321"/>
              <a:ext cx="2405940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UV exposure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5567C3-10A0-E33D-CE82-EB34A96FA37B}"/>
                </a:ext>
              </a:extLst>
            </p:cNvPr>
            <p:cNvSpPr txBox="1"/>
            <p:nvPr/>
          </p:nvSpPr>
          <p:spPr>
            <a:xfrm>
              <a:off x="38100" y="4841958"/>
              <a:ext cx="2405940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500 rpm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3415FA-D9E8-090E-D8B7-842F201522FB}"/>
                </a:ext>
              </a:extLst>
            </p:cNvPr>
            <p:cNvSpPr txBox="1"/>
            <p:nvPr/>
          </p:nvSpPr>
          <p:spPr>
            <a:xfrm>
              <a:off x="9032333" y="5268737"/>
              <a:ext cx="2849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AgNW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solution coating</a:t>
              </a:r>
              <a:endParaRPr lang="ko-KR" alt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C74ABD-C623-D510-0203-47645E000F2D}"/>
                </a:ext>
              </a:extLst>
            </p:cNvPr>
            <p:cNvSpPr txBox="1"/>
            <p:nvPr/>
          </p:nvSpPr>
          <p:spPr>
            <a:xfrm>
              <a:off x="6190834" y="5268737"/>
              <a:ext cx="2849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PDMS hydrophilization</a:t>
              </a:r>
              <a:endParaRPr lang="ko-KR" altLang="en-US" b="1" dirty="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10E85F6-1F47-3BCC-947C-CEB5DF7ED246}"/>
                </a:ext>
              </a:extLst>
            </p:cNvPr>
            <p:cNvGrpSpPr/>
            <p:nvPr/>
          </p:nvGrpSpPr>
          <p:grpSpPr>
            <a:xfrm>
              <a:off x="11530835" y="1728252"/>
              <a:ext cx="9676976" cy="3909817"/>
              <a:chOff x="11530835" y="1728252"/>
              <a:chExt cx="9676976" cy="3909817"/>
            </a:xfrm>
          </p:grpSpPr>
          <p:sp>
            <p:nvSpPr>
              <p:cNvPr id="28" name="오른쪽 화살표 42">
                <a:extLst>
                  <a:ext uri="{FF2B5EF4-FFF2-40B4-BE49-F238E27FC236}">
                    <a16:creationId xmlns:a16="http://schemas.microsoft.com/office/drawing/2014/main" id="{60DE9FC4-4A62-E2EB-8891-8E0658C74E66}"/>
                  </a:ext>
                </a:extLst>
              </p:cNvPr>
              <p:cNvSpPr/>
              <p:nvPr/>
            </p:nvSpPr>
            <p:spPr>
              <a:xfrm>
                <a:off x="11530835" y="3593358"/>
                <a:ext cx="460557" cy="460557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362"/>
              </a:p>
            </p:txBody>
          </p: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DD9B573B-64B4-A1A5-406E-266FCF608582}"/>
                  </a:ext>
                </a:extLst>
              </p:cNvPr>
              <p:cNvGrpSpPr/>
              <p:nvPr/>
            </p:nvGrpSpPr>
            <p:grpSpPr>
              <a:xfrm>
                <a:off x="12110091" y="1859419"/>
                <a:ext cx="2658035" cy="3139413"/>
                <a:chOff x="4749800" y="2260944"/>
                <a:chExt cx="2700583" cy="3189667"/>
              </a:xfrm>
            </p:grpSpPr>
            <p:sp>
              <p:nvSpPr>
                <p:cNvPr id="57" name="사다리꼴 56">
                  <a:extLst>
                    <a:ext uri="{FF2B5EF4-FFF2-40B4-BE49-F238E27FC236}">
                      <a16:creationId xmlns:a16="http://schemas.microsoft.com/office/drawing/2014/main" id="{5F1E34B2-62B3-40B1-9F4B-9B472810C984}"/>
                    </a:ext>
                  </a:extLst>
                </p:cNvPr>
                <p:cNvSpPr/>
                <p:nvPr/>
              </p:nvSpPr>
              <p:spPr>
                <a:xfrm>
                  <a:off x="4874490" y="2635135"/>
                  <a:ext cx="2451202" cy="2815476"/>
                </a:xfrm>
                <a:prstGeom prst="trapezoid">
                  <a:avLst>
                    <a:gd name="adj" fmla="val 14530"/>
                  </a:avLst>
                </a:prstGeom>
                <a:solidFill>
                  <a:srgbClr val="0A233C"/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254000">
                  <a:bevelT w="38100" h="254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  <p:grpSp>
              <p:nvGrpSpPr>
                <p:cNvPr id="58" name="그룹 57">
                  <a:extLst>
                    <a:ext uri="{FF2B5EF4-FFF2-40B4-BE49-F238E27FC236}">
                      <a16:creationId xmlns:a16="http://schemas.microsoft.com/office/drawing/2014/main" id="{1C9ECA7C-3C4C-4EBD-6008-95C7C16E60F1}"/>
                    </a:ext>
                  </a:extLst>
                </p:cNvPr>
                <p:cNvGrpSpPr/>
                <p:nvPr/>
              </p:nvGrpSpPr>
              <p:grpSpPr>
                <a:xfrm>
                  <a:off x="4749800" y="2260944"/>
                  <a:ext cx="2700583" cy="2983364"/>
                  <a:chOff x="4749800" y="2260944"/>
                  <a:chExt cx="2700583" cy="2983364"/>
                </a:xfrm>
              </p:grpSpPr>
              <p:sp>
                <p:nvSpPr>
                  <p:cNvPr id="59" name="사다리꼴 58">
                    <a:extLst>
                      <a:ext uri="{FF2B5EF4-FFF2-40B4-BE49-F238E27FC236}">
                        <a16:creationId xmlns:a16="http://schemas.microsoft.com/office/drawing/2014/main" id="{FA4154BA-BA01-FBE4-1A27-82C59359AAE2}"/>
                      </a:ext>
                    </a:extLst>
                  </p:cNvPr>
                  <p:cNvSpPr/>
                  <p:nvPr/>
                </p:nvSpPr>
                <p:spPr>
                  <a:xfrm>
                    <a:off x="4870399" y="2260944"/>
                    <a:ext cx="2451202" cy="2815476"/>
                  </a:xfrm>
                  <a:prstGeom prst="trapezoid">
                    <a:avLst>
                      <a:gd name="adj" fmla="val 14530"/>
                    </a:avLst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scene3d>
                    <a:camera prst="orthographicFront">
                      <a:rot lat="17100000" lon="0" rev="0"/>
                    </a:camera>
                    <a:lightRig rig="balanced" dir="t"/>
                  </a:scene3d>
                  <a:sp3d extrusionH="254000" prstMaterial="matte">
                    <a:bevelT w="2159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49" dirty="0"/>
                  </a:p>
                </p:txBody>
              </p:sp>
              <p:grpSp>
                <p:nvGrpSpPr>
                  <p:cNvPr id="60" name="그룹 59">
                    <a:extLst>
                      <a:ext uri="{FF2B5EF4-FFF2-40B4-BE49-F238E27FC236}">
                        <a16:creationId xmlns:a16="http://schemas.microsoft.com/office/drawing/2014/main" id="{5375A1F5-0334-03EC-29E5-B8BF28D91778}"/>
                      </a:ext>
                    </a:extLst>
                  </p:cNvPr>
                  <p:cNvGrpSpPr/>
                  <p:nvPr/>
                </p:nvGrpSpPr>
                <p:grpSpPr>
                  <a:xfrm>
                    <a:off x="4749800" y="4430832"/>
                    <a:ext cx="2700583" cy="813476"/>
                    <a:chOff x="4749800" y="4430832"/>
                    <a:chExt cx="2700583" cy="813476"/>
                  </a:xfrm>
                </p:grpSpPr>
                <p:sp>
                  <p:nvSpPr>
                    <p:cNvPr id="61" name="사다리꼴 60">
                      <a:extLst>
                        <a:ext uri="{FF2B5EF4-FFF2-40B4-BE49-F238E27FC236}">
                          <a16:creationId xmlns:a16="http://schemas.microsoft.com/office/drawing/2014/main" id="{5BF0D53C-6507-A1E4-895A-5548660F47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9800" y="4430832"/>
                      <a:ext cx="2700583" cy="813476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rgbClr val="134578"/>
                    </a:solidFill>
                    <a:ln>
                      <a:noFill/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>
                      <a:bevelT w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62" name="사다리꼴 61">
                      <a:extLst>
                        <a:ext uri="{FF2B5EF4-FFF2-40B4-BE49-F238E27FC236}">
                          <a16:creationId xmlns:a16="http://schemas.microsoft.com/office/drawing/2014/main" id="{26821B1D-B08F-4B36-26E7-5FCBC91A3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63275" y="4538772"/>
                      <a:ext cx="2265450" cy="576000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28575">
                      <a:solidFill>
                        <a:schemeClr val="bg1">
                          <a:lumMod val="85000"/>
                        </a:schemeClr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 w="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63" name="타원 62">
                      <a:extLst>
                        <a:ext uri="{FF2B5EF4-FFF2-40B4-BE49-F238E27FC236}">
                          <a16:creationId xmlns:a16="http://schemas.microsoft.com/office/drawing/2014/main" id="{92F862DA-F898-DB49-4835-2A087616A2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036" y="4663291"/>
                      <a:ext cx="348557" cy="348557"/>
                    </a:xfrm>
                    <a:prstGeom prst="ellipse">
                      <a:avLst/>
                    </a:prstGeom>
                    <a:solidFill>
                      <a:srgbClr val="174C79"/>
                    </a:solidFill>
                    <a:ln>
                      <a:solidFill>
                        <a:srgbClr val="206DAC"/>
                      </a:solidFill>
                    </a:ln>
                    <a:scene3d>
                      <a:camera prst="orthographicFront">
                        <a:rot lat="10680000" lon="120000" rev="0"/>
                      </a:camera>
                      <a:lightRig rig="threePt" dir="t"/>
                    </a:scene3d>
                    <a:sp3d extrusionH="3048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64" name="직사각형 63">
                      <a:extLst>
                        <a:ext uri="{FF2B5EF4-FFF2-40B4-BE49-F238E27FC236}">
                          <a16:creationId xmlns:a16="http://schemas.microsoft.com/office/drawing/2014/main" id="{ABBD70F6-D441-7096-1766-E3E084621E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9656" y="4681214"/>
                      <a:ext cx="1003300" cy="312709"/>
                    </a:xfrm>
                    <a:prstGeom prst="rect">
                      <a:avLst/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37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ko-KR" altLang="en-US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°</a:t>
                      </a:r>
                      <a:r>
                        <a:rPr lang="en-US" altLang="ko-KR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1378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0" name="사다리꼴 29">
                <a:extLst>
                  <a:ext uri="{FF2B5EF4-FFF2-40B4-BE49-F238E27FC236}">
                    <a16:creationId xmlns:a16="http://schemas.microsoft.com/office/drawing/2014/main" id="{605DD30C-A9A1-5340-765E-1ED414E2C9B0}"/>
                  </a:ext>
                </a:extLst>
              </p:cNvPr>
              <p:cNvSpPr/>
              <p:nvPr/>
            </p:nvSpPr>
            <p:spPr>
              <a:xfrm>
                <a:off x="12488152" y="2046846"/>
                <a:ext cx="1926114" cy="2212354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31" name="사다리꼴 30">
                <a:extLst>
                  <a:ext uri="{FF2B5EF4-FFF2-40B4-BE49-F238E27FC236}">
                    <a16:creationId xmlns:a16="http://schemas.microsoft.com/office/drawing/2014/main" id="{BD789A5A-37AB-31C2-92E3-CDCE228C5BF4}"/>
                  </a:ext>
                </a:extLst>
              </p:cNvPr>
              <p:cNvSpPr/>
              <p:nvPr/>
            </p:nvSpPr>
            <p:spPr>
              <a:xfrm>
                <a:off x="12488152" y="1896919"/>
                <a:ext cx="1926114" cy="2212354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32" name="사다리꼴 31">
                <a:extLst>
                  <a:ext uri="{FF2B5EF4-FFF2-40B4-BE49-F238E27FC236}">
                    <a16:creationId xmlns:a16="http://schemas.microsoft.com/office/drawing/2014/main" id="{67B5DE49-0418-0C75-CAA1-73B834BBE776}"/>
                  </a:ext>
                </a:extLst>
              </p:cNvPr>
              <p:cNvSpPr/>
              <p:nvPr/>
            </p:nvSpPr>
            <p:spPr>
              <a:xfrm>
                <a:off x="12494580" y="1900066"/>
                <a:ext cx="1900433" cy="2182856"/>
              </a:xfrm>
              <a:prstGeom prst="trapezoid">
                <a:avLst>
                  <a:gd name="adj" fmla="val 15885"/>
                </a:avLst>
              </a:prstGeom>
              <a:solidFill>
                <a:schemeClr val="bg2">
                  <a:lumMod val="50000"/>
                  <a:alpha val="5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25400"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963981-65B2-A2C7-7DD7-AF53881B0FFF}"/>
                  </a:ext>
                </a:extLst>
              </p:cNvPr>
              <p:cNvSpPr txBox="1"/>
              <p:nvPr/>
            </p:nvSpPr>
            <p:spPr>
              <a:xfrm>
                <a:off x="12471774" y="2297378"/>
                <a:ext cx="1926114" cy="363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772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AgNW</a:t>
                </a:r>
                <a:r>
                  <a:rPr lang="en-US" altLang="ko-KR" sz="1772" dirty="0">
                    <a:latin typeface="Arial" panose="020B0604020202020204" pitchFamily="34" charset="0"/>
                    <a:cs typeface="Arial" panose="020B0604020202020204" pitchFamily="34" charset="0"/>
                  </a:rPr>
                  <a:t> network</a:t>
                </a:r>
                <a:endParaRPr lang="ko-KR" altLang="en-US" sz="1772" dirty="0"/>
              </a:p>
            </p:txBody>
          </p:sp>
          <p:sp>
            <p:nvSpPr>
              <p:cNvPr id="34" name="오른쪽 화살표 42">
                <a:extLst>
                  <a:ext uri="{FF2B5EF4-FFF2-40B4-BE49-F238E27FC236}">
                    <a16:creationId xmlns:a16="http://schemas.microsoft.com/office/drawing/2014/main" id="{74EC5E79-EE62-80FD-A435-3F393A837D23}"/>
                  </a:ext>
                </a:extLst>
              </p:cNvPr>
              <p:cNvSpPr/>
              <p:nvPr/>
            </p:nvSpPr>
            <p:spPr>
              <a:xfrm>
                <a:off x="15044554" y="3593358"/>
                <a:ext cx="460557" cy="460557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362"/>
              </a:p>
            </p:txBody>
          </p:sp>
          <p:sp>
            <p:nvSpPr>
              <p:cNvPr id="35" name="오른쪽 화살표 42">
                <a:extLst>
                  <a:ext uri="{FF2B5EF4-FFF2-40B4-BE49-F238E27FC236}">
                    <a16:creationId xmlns:a16="http://schemas.microsoft.com/office/drawing/2014/main" id="{88A5E12F-4D87-1C15-B0ED-D5B349A91AAF}"/>
                  </a:ext>
                </a:extLst>
              </p:cNvPr>
              <p:cNvSpPr/>
              <p:nvPr/>
            </p:nvSpPr>
            <p:spPr>
              <a:xfrm>
                <a:off x="18420168" y="3593360"/>
                <a:ext cx="460557" cy="460557"/>
              </a:xfrm>
              <a:prstGeom prst="rightArrow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362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8D0C08A4-86FC-22E6-A3ED-B0B1EBA0727C}"/>
                  </a:ext>
                </a:extLst>
              </p:cNvPr>
              <p:cNvGrpSpPr/>
              <p:nvPr/>
            </p:nvGrpSpPr>
            <p:grpSpPr>
              <a:xfrm>
                <a:off x="15633550" y="1859420"/>
                <a:ext cx="2658035" cy="3139414"/>
                <a:chOff x="4749800" y="2260944"/>
                <a:chExt cx="2700583" cy="3189667"/>
              </a:xfrm>
            </p:grpSpPr>
            <p:sp>
              <p:nvSpPr>
                <p:cNvPr id="49" name="사다리꼴 48">
                  <a:extLst>
                    <a:ext uri="{FF2B5EF4-FFF2-40B4-BE49-F238E27FC236}">
                      <a16:creationId xmlns:a16="http://schemas.microsoft.com/office/drawing/2014/main" id="{73C8A063-54F7-4EE1-E5E3-A526ACD59072}"/>
                    </a:ext>
                  </a:extLst>
                </p:cNvPr>
                <p:cNvSpPr/>
                <p:nvPr/>
              </p:nvSpPr>
              <p:spPr>
                <a:xfrm>
                  <a:off x="4874490" y="2635135"/>
                  <a:ext cx="2451202" cy="2815476"/>
                </a:xfrm>
                <a:prstGeom prst="trapezoid">
                  <a:avLst>
                    <a:gd name="adj" fmla="val 14530"/>
                  </a:avLst>
                </a:prstGeom>
                <a:solidFill>
                  <a:srgbClr val="0A233C"/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254000">
                  <a:bevelT w="38100" h="254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929C2867-4AC4-D691-DF26-C0C74AA3F846}"/>
                    </a:ext>
                  </a:extLst>
                </p:cNvPr>
                <p:cNvGrpSpPr/>
                <p:nvPr/>
              </p:nvGrpSpPr>
              <p:grpSpPr>
                <a:xfrm>
                  <a:off x="4749800" y="2260944"/>
                  <a:ext cx="2700583" cy="2983364"/>
                  <a:chOff x="4749800" y="2260944"/>
                  <a:chExt cx="2700583" cy="2983364"/>
                </a:xfrm>
              </p:grpSpPr>
              <p:sp>
                <p:nvSpPr>
                  <p:cNvPr id="51" name="사다리꼴 50">
                    <a:extLst>
                      <a:ext uri="{FF2B5EF4-FFF2-40B4-BE49-F238E27FC236}">
                        <a16:creationId xmlns:a16="http://schemas.microsoft.com/office/drawing/2014/main" id="{7F8F5C9D-171B-756C-4185-E34BD741B7B6}"/>
                      </a:ext>
                    </a:extLst>
                  </p:cNvPr>
                  <p:cNvSpPr/>
                  <p:nvPr/>
                </p:nvSpPr>
                <p:spPr>
                  <a:xfrm>
                    <a:off x="4870399" y="2260944"/>
                    <a:ext cx="2451202" cy="2815476"/>
                  </a:xfrm>
                  <a:prstGeom prst="trapezoid">
                    <a:avLst>
                      <a:gd name="adj" fmla="val 14530"/>
                    </a:avLst>
                  </a:prstGeom>
                  <a:solidFill>
                    <a:srgbClr val="F0F0F0"/>
                  </a:solidFill>
                  <a:ln>
                    <a:noFill/>
                  </a:ln>
                  <a:effectLst/>
                  <a:scene3d>
                    <a:camera prst="orthographicFront">
                      <a:rot lat="17100000" lon="0" rev="0"/>
                    </a:camera>
                    <a:lightRig rig="balanced" dir="t"/>
                  </a:scene3d>
                  <a:sp3d extrusionH="254000" prstMaterial="matte">
                    <a:bevelT w="215900" h="381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49" dirty="0"/>
                  </a:p>
                </p:txBody>
              </p:sp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668AF997-5191-7A96-D894-B9D501D62EDC}"/>
                      </a:ext>
                    </a:extLst>
                  </p:cNvPr>
                  <p:cNvGrpSpPr/>
                  <p:nvPr/>
                </p:nvGrpSpPr>
                <p:grpSpPr>
                  <a:xfrm>
                    <a:off x="4749800" y="4430832"/>
                    <a:ext cx="2700583" cy="813476"/>
                    <a:chOff x="4749800" y="4430832"/>
                    <a:chExt cx="2700583" cy="813476"/>
                  </a:xfrm>
                </p:grpSpPr>
                <p:sp>
                  <p:nvSpPr>
                    <p:cNvPr id="53" name="사다리꼴 52">
                      <a:extLst>
                        <a:ext uri="{FF2B5EF4-FFF2-40B4-BE49-F238E27FC236}">
                          <a16:creationId xmlns:a16="http://schemas.microsoft.com/office/drawing/2014/main" id="{93274E22-5C4A-3CA8-2132-DA952A54F3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49800" y="4430832"/>
                      <a:ext cx="2700583" cy="813476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rgbClr val="134578"/>
                    </a:solidFill>
                    <a:ln>
                      <a:noFill/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>
                      <a:bevelT w="3810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54" name="사다리꼴 53">
                      <a:extLst>
                        <a:ext uri="{FF2B5EF4-FFF2-40B4-BE49-F238E27FC236}">
                          <a16:creationId xmlns:a16="http://schemas.microsoft.com/office/drawing/2014/main" id="{C7D5E640-4225-EC40-A587-203839817C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63275" y="4538772"/>
                      <a:ext cx="2265450" cy="576000"/>
                    </a:xfrm>
                    <a:prstGeom prst="trapezoid">
                      <a:avLst>
                        <a:gd name="adj" fmla="val 15358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 w="28575">
                      <a:solidFill>
                        <a:schemeClr val="bg1">
                          <a:lumMod val="85000"/>
                        </a:schemeClr>
                      </a:solidFill>
                    </a:ln>
                    <a:scene3d>
                      <a:camera prst="orthographicFront"/>
                      <a:lightRig rig="threePt" dir="t"/>
                    </a:scene3d>
                    <a:sp3d>
                      <a:bevelT w="0"/>
                    </a:sp3d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55" name="타원 54">
                      <a:extLst>
                        <a:ext uri="{FF2B5EF4-FFF2-40B4-BE49-F238E27FC236}">
                          <a16:creationId xmlns:a16="http://schemas.microsoft.com/office/drawing/2014/main" id="{B3B9BC79-8674-89C7-2981-F4B3B20566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036" y="4663291"/>
                      <a:ext cx="348557" cy="348557"/>
                    </a:xfrm>
                    <a:prstGeom prst="ellipse">
                      <a:avLst/>
                    </a:prstGeom>
                    <a:solidFill>
                      <a:srgbClr val="174C79"/>
                    </a:solidFill>
                    <a:ln>
                      <a:solidFill>
                        <a:srgbClr val="206DAC"/>
                      </a:solidFill>
                    </a:ln>
                    <a:scene3d>
                      <a:camera prst="orthographicFront">
                        <a:rot lat="10680000" lon="120000" rev="0"/>
                      </a:camera>
                      <a:lightRig rig="threePt" dir="t"/>
                    </a:scene3d>
                    <a:sp3d extrusionH="30480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72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861F8CCB-BEF9-A183-C6A4-30C29130C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9656" y="4681214"/>
                      <a:ext cx="1003300" cy="312709"/>
                    </a:xfrm>
                    <a:prstGeom prst="rect">
                      <a:avLst/>
                    </a:pr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sz="137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ko-KR" altLang="en-US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°</a:t>
                      </a:r>
                      <a:r>
                        <a:rPr lang="en-US" altLang="ko-KR" sz="1378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</a:t>
                      </a:r>
                      <a:endParaRPr lang="ko-KR" altLang="en-US" sz="1378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37" name="사다리꼴 36">
                <a:extLst>
                  <a:ext uri="{FF2B5EF4-FFF2-40B4-BE49-F238E27FC236}">
                    <a16:creationId xmlns:a16="http://schemas.microsoft.com/office/drawing/2014/main" id="{B7D1A820-E663-7129-30C7-DCA6E73DD940}"/>
                  </a:ext>
                </a:extLst>
              </p:cNvPr>
              <p:cNvSpPr/>
              <p:nvPr/>
            </p:nvSpPr>
            <p:spPr>
              <a:xfrm>
                <a:off x="16011611" y="2046847"/>
                <a:ext cx="1926114" cy="2212355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38" name="사다리꼴 37">
                <a:extLst>
                  <a:ext uri="{FF2B5EF4-FFF2-40B4-BE49-F238E27FC236}">
                    <a16:creationId xmlns:a16="http://schemas.microsoft.com/office/drawing/2014/main" id="{CA59B6CA-5F6F-F72F-5F6B-CF21C8C7771D}"/>
                  </a:ext>
                </a:extLst>
              </p:cNvPr>
              <p:cNvSpPr/>
              <p:nvPr/>
            </p:nvSpPr>
            <p:spPr>
              <a:xfrm>
                <a:off x="16013154" y="1891838"/>
                <a:ext cx="1926114" cy="2212355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39" name="사다리꼴 38">
                <a:extLst>
                  <a:ext uri="{FF2B5EF4-FFF2-40B4-BE49-F238E27FC236}">
                    <a16:creationId xmlns:a16="http://schemas.microsoft.com/office/drawing/2014/main" id="{B40C62EE-7B42-5555-B3AD-43CB352554E7}"/>
                  </a:ext>
                </a:extLst>
              </p:cNvPr>
              <p:cNvSpPr/>
              <p:nvPr/>
            </p:nvSpPr>
            <p:spPr>
              <a:xfrm>
                <a:off x="16012665" y="1898351"/>
                <a:ext cx="1900433" cy="2182856"/>
              </a:xfrm>
              <a:prstGeom prst="trapezoid">
                <a:avLst>
                  <a:gd name="adj" fmla="val 15885"/>
                </a:avLst>
              </a:prstGeom>
              <a:solidFill>
                <a:schemeClr val="bg2">
                  <a:lumMod val="50000"/>
                  <a:alpha val="5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25400"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40" name="사다리꼴 39">
                <a:extLst>
                  <a:ext uri="{FF2B5EF4-FFF2-40B4-BE49-F238E27FC236}">
                    <a16:creationId xmlns:a16="http://schemas.microsoft.com/office/drawing/2014/main" id="{8C2BC28C-AA35-14C0-9077-54D1DB480DF9}"/>
                  </a:ext>
                </a:extLst>
              </p:cNvPr>
              <p:cNvSpPr/>
              <p:nvPr/>
            </p:nvSpPr>
            <p:spPr>
              <a:xfrm>
                <a:off x="16013154" y="1728252"/>
                <a:ext cx="1926114" cy="2212355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  <a:alpha val="8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sp>
            <p:nvSpPr>
              <p:cNvPr id="41" name="사다리꼴 40">
                <a:extLst>
                  <a:ext uri="{FF2B5EF4-FFF2-40B4-BE49-F238E27FC236}">
                    <a16:creationId xmlns:a16="http://schemas.microsoft.com/office/drawing/2014/main" id="{100BCD44-E77D-3B68-574B-41BD29B27715}"/>
                  </a:ext>
                </a:extLst>
              </p:cNvPr>
              <p:cNvSpPr/>
              <p:nvPr/>
            </p:nvSpPr>
            <p:spPr>
              <a:xfrm>
                <a:off x="19167958" y="3015048"/>
                <a:ext cx="1926114" cy="2212355"/>
              </a:xfrm>
              <a:prstGeom prst="trapezoid">
                <a:avLst>
                  <a:gd name="adj" fmla="val 15885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49" dirty="0"/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2A4CA63F-286D-B2FC-64B0-0D000A4BDE59}"/>
                  </a:ext>
                </a:extLst>
              </p:cNvPr>
              <p:cNvGrpSpPr/>
              <p:nvPr/>
            </p:nvGrpSpPr>
            <p:grpSpPr>
              <a:xfrm rot="20629279">
                <a:off x="19087929" y="2033859"/>
                <a:ext cx="1926603" cy="2375942"/>
                <a:chOff x="19366739" y="1519972"/>
                <a:chExt cx="1926603" cy="2375942"/>
              </a:xfrm>
            </p:grpSpPr>
            <p:sp>
              <p:nvSpPr>
                <p:cNvPr id="46" name="사다리꼴 45">
                  <a:extLst>
                    <a:ext uri="{FF2B5EF4-FFF2-40B4-BE49-F238E27FC236}">
                      <a16:creationId xmlns:a16="http://schemas.microsoft.com/office/drawing/2014/main" id="{99A007BA-B4D3-A4E1-EE22-B138B07313BB}"/>
                    </a:ext>
                  </a:extLst>
                </p:cNvPr>
                <p:cNvSpPr/>
                <p:nvPr/>
              </p:nvSpPr>
              <p:spPr>
                <a:xfrm>
                  <a:off x="19367228" y="1683559"/>
                  <a:ext cx="1926114" cy="2212355"/>
                </a:xfrm>
                <a:prstGeom prst="trapezoid">
                  <a:avLst>
                    <a:gd name="adj" fmla="val 15885"/>
                  </a:avLst>
                </a:prstGeom>
                <a:solidFill>
                  <a:schemeClr val="accent1">
                    <a:lumMod val="20000"/>
                    <a:lumOff val="80000"/>
                    <a:alpha val="90000"/>
                  </a:schemeClr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127000">
                  <a:bevelT w="120650" h="254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  <p:sp>
              <p:nvSpPr>
                <p:cNvPr id="47" name="사다리꼴 46">
                  <a:extLst>
                    <a:ext uri="{FF2B5EF4-FFF2-40B4-BE49-F238E27FC236}">
                      <a16:creationId xmlns:a16="http://schemas.microsoft.com/office/drawing/2014/main" id="{44680AE6-25BE-6A18-8CC1-B19D03DD297D}"/>
                    </a:ext>
                  </a:extLst>
                </p:cNvPr>
                <p:cNvSpPr/>
                <p:nvPr/>
              </p:nvSpPr>
              <p:spPr>
                <a:xfrm>
                  <a:off x="19366739" y="1690071"/>
                  <a:ext cx="1900433" cy="2182856"/>
                </a:xfrm>
                <a:prstGeom prst="trapezoid">
                  <a:avLst>
                    <a:gd name="adj" fmla="val 15885"/>
                  </a:avLst>
                </a:prstGeom>
                <a:solidFill>
                  <a:schemeClr val="bg2">
                    <a:lumMod val="50000"/>
                    <a:alpha val="50000"/>
                  </a:schemeClr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25400">
                  <a:bevelT w="0" h="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  <p:sp>
              <p:nvSpPr>
                <p:cNvPr id="48" name="사다리꼴 47">
                  <a:extLst>
                    <a:ext uri="{FF2B5EF4-FFF2-40B4-BE49-F238E27FC236}">
                      <a16:creationId xmlns:a16="http://schemas.microsoft.com/office/drawing/2014/main" id="{AB80E4D6-8BB5-2FA1-B38C-02A1E5EED1A2}"/>
                    </a:ext>
                  </a:extLst>
                </p:cNvPr>
                <p:cNvSpPr/>
                <p:nvPr/>
              </p:nvSpPr>
              <p:spPr>
                <a:xfrm>
                  <a:off x="19367228" y="1519972"/>
                  <a:ext cx="1926114" cy="2212355"/>
                </a:xfrm>
                <a:prstGeom prst="trapezoid">
                  <a:avLst>
                    <a:gd name="adj" fmla="val 15885"/>
                  </a:avLst>
                </a:prstGeom>
                <a:solidFill>
                  <a:schemeClr val="accent1">
                    <a:lumMod val="20000"/>
                    <a:lumOff val="80000"/>
                    <a:alpha val="80000"/>
                  </a:schemeClr>
                </a:solidFill>
                <a:ln>
                  <a:noFill/>
                </a:ln>
                <a:scene3d>
                  <a:camera prst="orthographicFront">
                    <a:rot lat="17100000" lon="0" rev="0"/>
                  </a:camera>
                  <a:lightRig rig="threePt" dir="t"/>
                </a:scene3d>
                <a:sp3d extrusionH="127000">
                  <a:bevelT w="120650" h="254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49" dirty="0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126612-44CA-65B9-1722-055559394232}"/>
                  </a:ext>
                </a:extLst>
              </p:cNvPr>
              <p:cNvSpPr txBox="1"/>
              <p:nvPr/>
            </p:nvSpPr>
            <p:spPr>
              <a:xfrm>
                <a:off x="16019337" y="5268737"/>
                <a:ext cx="19569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PDMS capping</a:t>
                </a:r>
                <a:endParaRPr lang="ko-KR" altLang="en-US" b="1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7583DD-23DF-DB07-90D7-E88B01BC9708}"/>
                  </a:ext>
                </a:extLst>
              </p:cNvPr>
              <p:cNvSpPr txBox="1"/>
              <p:nvPr/>
            </p:nvSpPr>
            <p:spPr>
              <a:xfrm>
                <a:off x="11937332" y="5268737"/>
                <a:ext cx="30487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AgNW</a:t>
                </a:r>
                <a:r>
                  <a:rPr lang="en-US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network formation</a:t>
                </a:r>
                <a:endParaRPr lang="ko-KR" altLang="en-US" b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BE86DD-3318-9DB4-CD1C-22FB4CF7E065}"/>
                  </a:ext>
                </a:extLst>
              </p:cNvPr>
              <p:cNvSpPr txBox="1"/>
              <p:nvPr/>
            </p:nvSpPr>
            <p:spPr>
              <a:xfrm>
                <a:off x="19250865" y="5268737"/>
                <a:ext cx="19569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Delamination</a:t>
                </a:r>
                <a:endParaRPr lang="ko-KR" altLang="en-US" b="1" dirty="0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B8E9F4-6194-3EF0-CD6B-830D53688117}"/>
                </a:ext>
              </a:extLst>
            </p:cNvPr>
            <p:cNvSpPr txBox="1"/>
            <p:nvPr/>
          </p:nvSpPr>
          <p:spPr>
            <a:xfrm>
              <a:off x="261174" y="5268737"/>
              <a:ext cx="19569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PDMS substrate</a:t>
              </a:r>
              <a:endParaRPr lang="ko-KR" altLang="en-US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C43BBB-7E07-20E9-FA35-4A68FD3C8507}"/>
                </a:ext>
              </a:extLst>
            </p:cNvPr>
            <p:cNvSpPr txBox="1"/>
            <p:nvPr/>
          </p:nvSpPr>
          <p:spPr>
            <a:xfrm>
              <a:off x="3543504" y="5268737"/>
              <a:ext cx="19569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PDMS curing</a:t>
              </a:r>
              <a:endParaRPr lang="ko-KR" altLang="en-US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F69D6A-F497-8C2D-E7F1-134A19D1F13F}"/>
                </a:ext>
              </a:extLst>
            </p:cNvPr>
            <p:cNvSpPr txBox="1"/>
            <p:nvPr/>
          </p:nvSpPr>
          <p:spPr>
            <a:xfrm>
              <a:off x="1722237" y="3938376"/>
              <a:ext cx="1159528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772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F4C6CA-37F1-4F96-191B-4C9D45F835C0}"/>
                </a:ext>
              </a:extLst>
            </p:cNvPr>
            <p:cNvSpPr txBox="1"/>
            <p:nvPr/>
          </p:nvSpPr>
          <p:spPr>
            <a:xfrm>
              <a:off x="1346910" y="4384822"/>
              <a:ext cx="1765703" cy="3635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772" dirty="0">
                  <a:latin typeface="Arial" panose="020B0604020202020204" pitchFamily="34" charset="0"/>
                  <a:cs typeface="Arial" panose="020B0604020202020204" pitchFamily="34" charset="0"/>
                </a:rPr>
                <a:t>Glass/Dextran</a:t>
              </a:r>
              <a:endParaRPr lang="ko-KR" altLang="en-US" sz="1772" dirty="0"/>
            </a:p>
          </p:txBody>
        </p:sp>
      </p:grpSp>
    </p:spTree>
    <p:extLst>
      <p:ext uri="{BB962C8B-B14F-4D97-AF65-F5344CB8AC3E}">
        <p14:creationId xmlns:p14="http://schemas.microsoft.com/office/powerpoint/2010/main" val="288677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F3BC2-7266-CE0A-C959-5B26E75F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34667-CF54-11F3-FFDD-3AE9946D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6731993-7A88-3FD0-D416-E88A98E8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0" y="1929291"/>
            <a:ext cx="5754986" cy="3836657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8E25FAEE-F04F-59AF-EFBB-7187E21DA1A3}"/>
              </a:ext>
            </a:extLst>
          </p:cNvPr>
          <p:cNvGrpSpPr/>
          <p:nvPr/>
        </p:nvGrpSpPr>
        <p:grpSpPr>
          <a:xfrm>
            <a:off x="6358504" y="3856796"/>
            <a:ext cx="2283842" cy="1583524"/>
            <a:chOff x="5183823" y="1174685"/>
            <a:chExt cx="2283842" cy="1583524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FF368AD-13A7-25F4-80DB-5A3903E75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7552"/>
            <a:stretch>
              <a:fillRect/>
            </a:stretch>
          </p:blipFill>
          <p:spPr>
            <a:xfrm>
              <a:off x="5183823" y="1174685"/>
              <a:ext cx="2283842" cy="1583524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E44D476-31E7-5E2B-CFAF-BA04E92BE573}"/>
                </a:ext>
              </a:extLst>
            </p:cNvPr>
            <p:cNvGrpSpPr/>
            <p:nvPr/>
          </p:nvGrpSpPr>
          <p:grpSpPr>
            <a:xfrm>
              <a:off x="6785841" y="2428361"/>
              <a:ext cx="636491" cy="235193"/>
              <a:chOff x="5592041" y="2479161"/>
              <a:chExt cx="636491" cy="235193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C5959E7-5CF3-1BC3-84A2-711CA6414C15}"/>
                  </a:ext>
                </a:extLst>
              </p:cNvPr>
              <p:cNvSpPr/>
              <p:nvPr/>
            </p:nvSpPr>
            <p:spPr>
              <a:xfrm>
                <a:off x="5723147" y="2678354"/>
                <a:ext cx="374279" cy="3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1B33ED-F0B0-E58D-DB50-EA6657304EF2}"/>
                  </a:ext>
                </a:extLst>
              </p:cNvPr>
              <p:cNvSpPr txBox="1"/>
              <p:nvPr/>
            </p:nvSpPr>
            <p:spPr>
              <a:xfrm>
                <a:off x="5592041" y="2479161"/>
                <a:ext cx="63649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 </a:t>
                </a:r>
                <a:r>
                  <a:rPr lang="en-US" altLang="ko-KR" sz="1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μm</a:t>
                </a:r>
                <a:endParaRPr lang="ko-KR" alt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B68546F-25E9-D911-90E8-9E949F9A5117}"/>
                </a:ext>
              </a:extLst>
            </p:cNvPr>
            <p:cNvSpPr txBox="1"/>
            <p:nvPr/>
          </p:nvSpPr>
          <p:spPr>
            <a:xfrm>
              <a:off x="5830098" y="2320850"/>
              <a:ext cx="10181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6A097-ADDE-8694-CC9D-CE20E21929E6}"/>
                </a:ext>
              </a:extLst>
            </p:cNvPr>
            <p:cNvSpPr txBox="1"/>
            <p:nvPr/>
          </p:nvSpPr>
          <p:spPr>
            <a:xfrm>
              <a:off x="5830098" y="1858023"/>
              <a:ext cx="10181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AgNW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854CB3-F5E6-3477-348B-EE098D2DF16B}"/>
                </a:ext>
              </a:extLst>
            </p:cNvPr>
            <p:cNvSpPr txBox="1"/>
            <p:nvPr/>
          </p:nvSpPr>
          <p:spPr>
            <a:xfrm>
              <a:off x="5830098" y="1395196"/>
              <a:ext cx="10181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0E3A66E-9481-26B1-B0F9-928A16AC35B9}"/>
              </a:ext>
            </a:extLst>
          </p:cNvPr>
          <p:cNvGrpSpPr/>
          <p:nvPr/>
        </p:nvGrpSpPr>
        <p:grpSpPr>
          <a:xfrm>
            <a:off x="6358504" y="2189863"/>
            <a:ext cx="2283842" cy="1562005"/>
            <a:chOff x="616665" y="1185444"/>
            <a:chExt cx="2283842" cy="156200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6F175D1-5036-410C-301B-912350018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08"/>
            <a:stretch>
              <a:fillRect/>
            </a:stretch>
          </p:blipFill>
          <p:spPr>
            <a:xfrm>
              <a:off x="616665" y="1185444"/>
              <a:ext cx="2283842" cy="15620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D520A56-1F64-82AB-59EC-6683B40B6649}"/>
                </a:ext>
              </a:extLst>
            </p:cNvPr>
            <p:cNvGrpSpPr/>
            <p:nvPr/>
          </p:nvGrpSpPr>
          <p:grpSpPr>
            <a:xfrm>
              <a:off x="2154025" y="2417603"/>
              <a:ext cx="636491" cy="235193"/>
              <a:chOff x="3228435" y="2479161"/>
              <a:chExt cx="636491" cy="235193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B2B94A99-4DB4-B132-8CF5-B0DEE454384C}"/>
                  </a:ext>
                </a:extLst>
              </p:cNvPr>
              <p:cNvSpPr/>
              <p:nvPr/>
            </p:nvSpPr>
            <p:spPr>
              <a:xfrm>
                <a:off x="3236512" y="2678354"/>
                <a:ext cx="620337" cy="3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05F136-FF6B-00F2-4050-247A6524F4E2}"/>
                  </a:ext>
                </a:extLst>
              </p:cNvPr>
              <p:cNvSpPr txBox="1"/>
              <p:nvPr/>
            </p:nvSpPr>
            <p:spPr>
              <a:xfrm>
                <a:off x="3228435" y="2479161"/>
                <a:ext cx="636491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500 </a:t>
                </a:r>
                <a:r>
                  <a:rPr lang="en-US" altLang="ko-KR" sz="1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μm</a:t>
                </a:r>
                <a:endParaRPr lang="ko-KR" altLang="en-US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4" name="평행 사변형 43">
            <a:extLst>
              <a:ext uri="{FF2B5EF4-FFF2-40B4-BE49-F238E27FC236}">
                <a16:creationId xmlns:a16="http://schemas.microsoft.com/office/drawing/2014/main" id="{78A00BBB-1A40-BD9C-DA4E-73FAB42BCB14}"/>
              </a:ext>
            </a:extLst>
          </p:cNvPr>
          <p:cNvSpPr/>
          <p:nvPr/>
        </p:nvSpPr>
        <p:spPr>
          <a:xfrm rot="795411">
            <a:off x="3271310" y="5003659"/>
            <a:ext cx="530222" cy="240299"/>
          </a:xfrm>
          <a:prstGeom prst="parallelogram">
            <a:avLst>
              <a:gd name="adj" fmla="val 27876"/>
            </a:avLst>
          </a:prstGeom>
          <a:noFill/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평행 사변형 44">
            <a:extLst>
              <a:ext uri="{FF2B5EF4-FFF2-40B4-BE49-F238E27FC236}">
                <a16:creationId xmlns:a16="http://schemas.microsoft.com/office/drawing/2014/main" id="{3D683C1E-C5E2-A214-CD29-B6BD2BA98E55}"/>
              </a:ext>
            </a:extLst>
          </p:cNvPr>
          <p:cNvSpPr/>
          <p:nvPr/>
        </p:nvSpPr>
        <p:spPr>
          <a:xfrm rot="621864">
            <a:off x="3152465" y="3172298"/>
            <a:ext cx="995197" cy="672462"/>
          </a:xfrm>
          <a:prstGeom prst="parallelogram">
            <a:avLst>
              <a:gd name="adj" fmla="val 27890"/>
            </a:avLst>
          </a:prstGeom>
          <a:noFill/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313807B3-CD24-449B-9404-5DAB798A850E}"/>
              </a:ext>
            </a:extLst>
          </p:cNvPr>
          <p:cNvCxnSpPr>
            <a:cxnSpLocks/>
          </p:cNvCxnSpPr>
          <p:nvPr/>
        </p:nvCxnSpPr>
        <p:spPr>
          <a:xfrm flipV="1">
            <a:off x="3401698" y="2199389"/>
            <a:ext cx="2960624" cy="920953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82AC433-00F6-7795-8F80-05EE70D35C0E}"/>
              </a:ext>
            </a:extLst>
          </p:cNvPr>
          <p:cNvCxnSpPr>
            <a:cxnSpLocks/>
          </p:cNvCxnSpPr>
          <p:nvPr/>
        </p:nvCxnSpPr>
        <p:spPr>
          <a:xfrm flipV="1">
            <a:off x="3889085" y="3753135"/>
            <a:ext cx="2474182" cy="134467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02FBF50-4768-9CEE-89B1-4706E2BC0D2B}"/>
              </a:ext>
            </a:extLst>
          </p:cNvPr>
          <p:cNvSpPr txBox="1"/>
          <p:nvPr/>
        </p:nvSpPr>
        <p:spPr>
          <a:xfrm>
            <a:off x="4804816" y="3072680"/>
            <a:ext cx="1154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effectLst>
                  <a:glow rad="101600">
                    <a:schemeClr val="tx1">
                      <a:lumMod val="75000"/>
                      <a:lumOff val="2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Top view</a:t>
            </a:r>
            <a:endParaRPr lang="ko-KR" altLang="en-US" sz="1200" dirty="0">
              <a:solidFill>
                <a:schemeClr val="bg1"/>
              </a:solidFill>
              <a:effectLst>
                <a:glow rad="101600">
                  <a:schemeClr val="tx1">
                    <a:lumMod val="75000"/>
                    <a:lumOff val="25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E6A4DBA-0F3F-F39A-D1EA-314D306D7985}"/>
              </a:ext>
            </a:extLst>
          </p:cNvPr>
          <p:cNvCxnSpPr>
            <a:cxnSpLocks/>
          </p:cNvCxnSpPr>
          <p:nvPr/>
        </p:nvCxnSpPr>
        <p:spPr>
          <a:xfrm>
            <a:off x="3703865" y="5278821"/>
            <a:ext cx="2659402" cy="135734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739A122-8F55-BA3D-E4F9-2505C2CBD540}"/>
              </a:ext>
            </a:extLst>
          </p:cNvPr>
          <p:cNvCxnSpPr>
            <a:cxnSpLocks/>
          </p:cNvCxnSpPr>
          <p:nvPr/>
        </p:nvCxnSpPr>
        <p:spPr>
          <a:xfrm flipV="1">
            <a:off x="3369948" y="3877368"/>
            <a:ext cx="2997137" cy="1074976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E30EAB2-19E1-F1C7-DDCE-A79A22F2FE2A}"/>
              </a:ext>
            </a:extLst>
          </p:cNvPr>
          <p:cNvSpPr txBox="1"/>
          <p:nvPr/>
        </p:nvSpPr>
        <p:spPr>
          <a:xfrm>
            <a:off x="4505860" y="4683232"/>
            <a:ext cx="1480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effectLst>
                  <a:glow rad="101600">
                    <a:schemeClr val="tx1">
                      <a:lumMod val="75000"/>
                      <a:lumOff val="25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Cross-section view</a:t>
            </a:r>
            <a:endParaRPr lang="ko-KR" altLang="en-US" sz="1200" dirty="0">
              <a:solidFill>
                <a:schemeClr val="bg1"/>
              </a:solidFill>
              <a:effectLst>
                <a:glow rad="101600">
                  <a:schemeClr val="tx1">
                    <a:lumMod val="75000"/>
                    <a:lumOff val="25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41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BE062-EDF0-5F55-628F-2C453AF5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Spin coating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cycle</a:t>
            </a:r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 – PUF 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E17C0-EFE1-FBE4-7B7A-87DAFE80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2E43436A-838B-0B88-01A8-E99145EAAF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36278"/>
              </p:ext>
            </p:extLst>
          </p:nvPr>
        </p:nvGraphicFramePr>
        <p:xfrm>
          <a:off x="297419" y="3378527"/>
          <a:ext cx="2601616" cy="260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829819" imgH="3840953" progId="Origin50.Graph">
                  <p:embed/>
                </p:oleObj>
              </mc:Choice>
              <mc:Fallback>
                <p:oleObj name="Graph" r:id="rId2" imgW="3829819" imgH="3840953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44EDDD0C-B881-C998-C7D6-5FE8A35AB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419" y="3378527"/>
                        <a:ext cx="2601616" cy="2609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135A8761-5CA2-F0C1-F07D-95FA8E762E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14353"/>
              </p:ext>
            </p:extLst>
          </p:nvPr>
        </p:nvGraphicFramePr>
        <p:xfrm>
          <a:off x="2914802" y="3378527"/>
          <a:ext cx="2601616" cy="260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829819" imgH="3840953" progId="Origin50.Graph">
                  <p:embed/>
                </p:oleObj>
              </mc:Choice>
              <mc:Fallback>
                <p:oleObj name="Graph" r:id="rId4" imgW="3829819" imgH="3840953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F90F0AC1-3DD6-2153-725B-97B7A6834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4802" y="3378527"/>
                        <a:ext cx="2601616" cy="2609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6420398A-107D-1F8F-6D98-7619DFAAB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240996"/>
              </p:ext>
            </p:extLst>
          </p:nvPr>
        </p:nvGraphicFramePr>
        <p:xfrm>
          <a:off x="5390416" y="3378527"/>
          <a:ext cx="2601616" cy="260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829819" imgH="3840953" progId="Origin50.Graph">
                  <p:embed/>
                </p:oleObj>
              </mc:Choice>
              <mc:Fallback>
                <p:oleObj name="Graph" r:id="rId6" imgW="3829819" imgH="3840953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8C6606CE-E4A1-6955-59B2-6B88900B9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0416" y="3378527"/>
                        <a:ext cx="2601616" cy="2609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409E3E5-CCCB-577E-C18D-0FCEE09FB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580073"/>
              </p:ext>
            </p:extLst>
          </p:nvPr>
        </p:nvGraphicFramePr>
        <p:xfrm>
          <a:off x="8456898" y="3378527"/>
          <a:ext cx="2713038" cy="26091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346">
                  <a:extLst>
                    <a:ext uri="{9D8B030D-6E8A-4147-A177-3AD203B41FA5}">
                      <a16:colId xmlns:a16="http://schemas.microsoft.com/office/drawing/2014/main" val="2630577139"/>
                    </a:ext>
                  </a:extLst>
                </a:gridCol>
                <a:gridCol w="904346">
                  <a:extLst>
                    <a:ext uri="{9D8B030D-6E8A-4147-A177-3AD203B41FA5}">
                      <a16:colId xmlns:a16="http://schemas.microsoft.com/office/drawing/2014/main" val="1376170030"/>
                    </a:ext>
                  </a:extLst>
                </a:gridCol>
                <a:gridCol w="904346">
                  <a:extLst>
                    <a:ext uri="{9D8B030D-6E8A-4147-A177-3AD203B41FA5}">
                      <a16:colId xmlns:a16="http://schemas.microsoft.com/office/drawing/2014/main" val="1594616284"/>
                    </a:ext>
                  </a:extLst>
                </a:gridCol>
              </a:tblGrid>
              <a:tr h="7389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Uniformity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Uniqueness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Entropy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60442654"/>
                  </a:ext>
                </a:extLst>
              </a:tr>
              <a:tr h="374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</a:rPr>
                        <a:t>11.94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21.02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0.52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07159839"/>
                  </a:ext>
                </a:extLst>
              </a:tr>
              <a:tr h="374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20.60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32.70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</a:rPr>
                        <a:t>0.72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2429823"/>
                  </a:ext>
                </a:extLst>
              </a:tr>
              <a:tr h="374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31.80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43.40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</a:rPr>
                        <a:t>0.89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9698824"/>
                  </a:ext>
                </a:extLst>
              </a:tr>
              <a:tr h="374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50.02</a:t>
                      </a:r>
                      <a:endParaRPr lang="en-US" altLang="ko-KR" sz="12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</a:rPr>
                        <a:t>50.05</a:t>
                      </a:r>
                      <a:endParaRPr lang="en-US" altLang="ko-KR" sz="1200" b="1" i="0" u="none" strike="noStrike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</a:rPr>
                        <a:t>0.98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23951468"/>
                  </a:ext>
                </a:extLst>
              </a:tr>
              <a:tr h="37403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50.00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>
                          <a:effectLst/>
                          <a:highlight>
                            <a:srgbClr val="FFFF00"/>
                          </a:highlight>
                        </a:rPr>
                        <a:t>50.04</a:t>
                      </a:r>
                      <a:endParaRPr lang="en-US" altLang="ko-KR" sz="1200" b="1" i="0" u="none" strike="noStrike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0.98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00020252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669ED957-825D-C48D-D03B-79127F941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52" y="1809258"/>
            <a:ext cx="1920000" cy="144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6B407FC-426A-372C-15E4-B4247820A9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299" y="1809756"/>
            <a:ext cx="1919999" cy="144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DBA556D-64ED-7689-C803-F0C927672A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176" y="1818701"/>
            <a:ext cx="1920000" cy="144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7C1412E-2AF7-AB05-78F8-3FBBFC58E6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00" y="1809756"/>
            <a:ext cx="1920000" cy="144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FA4DC83-9AB3-B37B-8A5B-E0FBEF4EF5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900" y="1809258"/>
            <a:ext cx="1920000" cy="1440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BE06F04-C23C-EB6F-A7E4-98A03F64A40A}"/>
              </a:ext>
            </a:extLst>
          </p:cNvPr>
          <p:cNvSpPr txBox="1"/>
          <p:nvPr/>
        </p:nvSpPr>
        <p:spPr>
          <a:xfrm>
            <a:off x="709968" y="1454378"/>
            <a:ext cx="1002969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Spin</a:t>
            </a:r>
            <a:r>
              <a:rPr lang="ko-KR" altLang="en-US" dirty="0"/>
              <a:t> </a:t>
            </a:r>
            <a:r>
              <a:rPr lang="en-US" altLang="ko-KR" dirty="0"/>
              <a:t>X1</a:t>
            </a:r>
            <a:r>
              <a:rPr lang="ko-KR" altLang="en-US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6497D0-FD75-1127-EF96-82F02A5C5A87}"/>
              </a:ext>
            </a:extLst>
          </p:cNvPr>
          <p:cNvSpPr txBox="1"/>
          <p:nvPr/>
        </p:nvSpPr>
        <p:spPr>
          <a:xfrm>
            <a:off x="2649129" y="1414634"/>
            <a:ext cx="1003832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Spin</a:t>
            </a:r>
            <a:r>
              <a:rPr lang="ko-KR" altLang="en-US" dirty="0"/>
              <a:t> </a:t>
            </a:r>
            <a:r>
              <a:rPr lang="en-US" altLang="ko-KR" dirty="0"/>
              <a:t>X2</a:t>
            </a:r>
            <a:r>
              <a:rPr lang="ko-KR" altLang="en-US" dirty="0"/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F436B1-0813-0AF5-9D84-17552C9C524A}"/>
              </a:ext>
            </a:extLst>
          </p:cNvPr>
          <p:cNvSpPr txBox="1"/>
          <p:nvPr/>
        </p:nvSpPr>
        <p:spPr>
          <a:xfrm>
            <a:off x="4711237" y="1440276"/>
            <a:ext cx="1036848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Spin</a:t>
            </a:r>
            <a:r>
              <a:rPr lang="ko-KR" altLang="en-US" dirty="0"/>
              <a:t> </a:t>
            </a:r>
            <a:r>
              <a:rPr lang="en-US" altLang="ko-KR" dirty="0"/>
              <a:t>X3</a:t>
            </a:r>
            <a:r>
              <a:rPr lang="ko-KR" altLang="en-US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3D0D92-0109-361B-2764-5AB4D2AE2382}"/>
              </a:ext>
            </a:extLst>
          </p:cNvPr>
          <p:cNvSpPr txBox="1"/>
          <p:nvPr/>
        </p:nvSpPr>
        <p:spPr>
          <a:xfrm>
            <a:off x="6705362" y="1451874"/>
            <a:ext cx="1007628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Spin</a:t>
            </a:r>
            <a:r>
              <a:rPr lang="ko-KR" altLang="en-US" dirty="0"/>
              <a:t> </a:t>
            </a:r>
            <a:r>
              <a:rPr lang="en-US" altLang="ko-KR" dirty="0"/>
              <a:t>X4</a:t>
            </a:r>
            <a:r>
              <a:rPr lang="ko-KR" alt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FE6DB-FD2C-73D3-7CDF-1D12F4EA71E5}"/>
              </a:ext>
            </a:extLst>
          </p:cNvPr>
          <p:cNvSpPr txBox="1"/>
          <p:nvPr/>
        </p:nvSpPr>
        <p:spPr>
          <a:xfrm>
            <a:off x="8767503" y="1451874"/>
            <a:ext cx="995652" cy="14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Spin</a:t>
            </a:r>
            <a:r>
              <a:rPr lang="ko-KR" altLang="en-US" dirty="0"/>
              <a:t> </a:t>
            </a:r>
            <a:r>
              <a:rPr lang="en-US" altLang="ko-KR" dirty="0"/>
              <a:t>X5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506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AE9638B6-AA17-1EAC-DED6-1940F894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33" y="328611"/>
            <a:ext cx="10182225" cy="826771"/>
          </a:xfrm>
        </p:spPr>
        <p:txBody>
          <a:bodyPr>
            <a:normAutofit/>
          </a:bodyPr>
          <a:lstStyle/>
          <a:p>
            <a:r>
              <a:rPr lang="ko-KR" altLang="en-US" b="1" dirty="0"/>
              <a:t>지표 설명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55920C-BFE6-3D67-89DE-57E2DAC50DB7}"/>
              </a:ext>
            </a:extLst>
          </p:cNvPr>
          <p:cNvSpPr/>
          <p:nvPr/>
        </p:nvSpPr>
        <p:spPr>
          <a:xfrm>
            <a:off x="123824" y="1094422"/>
            <a:ext cx="11783786" cy="60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4DA38B9-75B4-4A9E-9F52-909F94630111}"/>
              </a:ext>
            </a:extLst>
          </p:cNvPr>
          <p:cNvGrpSpPr/>
          <p:nvPr/>
        </p:nvGrpSpPr>
        <p:grpSpPr>
          <a:xfrm>
            <a:off x="288326" y="1267025"/>
            <a:ext cx="11454781" cy="3728087"/>
            <a:chOff x="999959" y="4084359"/>
            <a:chExt cx="7703541" cy="2078498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97C63E4-6628-948C-00A4-8DF89CDC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9050" y="4095383"/>
              <a:ext cx="2495175" cy="2000147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6B04551-9AA3-1F87-116D-A7BE747D4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0217" y="4084359"/>
              <a:ext cx="2403283" cy="2000147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611D857-EF84-23CB-F961-53EA5EAC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9959" y="4088751"/>
              <a:ext cx="2403283" cy="2074106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0D8B211-138A-7267-5C37-93D7FDBE0A9F}"/>
              </a:ext>
            </a:extLst>
          </p:cNvPr>
          <p:cNvSpPr txBox="1"/>
          <p:nvPr/>
        </p:nvSpPr>
        <p:spPr>
          <a:xfrm>
            <a:off x="4989229" y="4874351"/>
            <a:ext cx="25843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600" dirty="0"/>
              <a:t>Chip a: 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0</a:t>
            </a:r>
            <a:r>
              <a:rPr lang="en-US" altLang="ko-KR" sz="1600" spc="300" dirty="0"/>
              <a:t>110</a:t>
            </a:r>
            <a:r>
              <a:rPr lang="en-US" altLang="ko-KR" sz="1600" spc="300" dirty="0">
                <a:highlight>
                  <a:srgbClr val="FFFF00"/>
                </a:highlight>
              </a:rPr>
              <a:t>100</a:t>
            </a:r>
          </a:p>
          <a:p>
            <a:pPr algn="dist"/>
            <a:endParaRPr lang="en-US" altLang="ko-KR" sz="1600" spc="300" dirty="0">
              <a:highlight>
                <a:srgbClr val="FFFF00"/>
              </a:highlight>
            </a:endParaRPr>
          </a:p>
          <a:p>
            <a:pPr algn="dist"/>
            <a:r>
              <a:rPr lang="en-US" altLang="ko-KR" sz="1600" dirty="0"/>
              <a:t>Chip b: 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1</a:t>
            </a:r>
            <a:r>
              <a:rPr lang="en-US" altLang="ko-KR" sz="1600" spc="300" dirty="0"/>
              <a:t>110</a:t>
            </a:r>
            <a:r>
              <a:rPr lang="en-US" altLang="ko-KR" sz="1600" spc="300" dirty="0">
                <a:highlight>
                  <a:srgbClr val="FFFF00"/>
                </a:highlight>
              </a:rPr>
              <a:t>011</a:t>
            </a:r>
            <a:endParaRPr lang="en-US" altLang="ko-KR" sz="1600" dirty="0"/>
          </a:p>
          <a:p>
            <a:pPr algn="just"/>
            <a:r>
              <a:rPr lang="en-US" altLang="ko-KR" sz="1600" dirty="0"/>
              <a:t>Hamming Distance: 4</a:t>
            </a:r>
          </a:p>
          <a:p>
            <a:pPr algn="just"/>
            <a:r>
              <a:rPr lang="en-US" altLang="ko-KR" sz="1600" dirty="0"/>
              <a:t>Inter-HD: 4/8 = 50%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85EC4-FBDF-2490-5651-2BACB7F74579}"/>
              </a:ext>
            </a:extLst>
          </p:cNvPr>
          <p:cNvSpPr txBox="1"/>
          <p:nvPr/>
        </p:nvSpPr>
        <p:spPr>
          <a:xfrm>
            <a:off x="995881" y="4874351"/>
            <a:ext cx="25843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600" dirty="0"/>
              <a:t>Chip a</a:t>
            </a:r>
            <a:r>
              <a:rPr lang="en-US" altLang="ko-KR" sz="1600" spc="600" dirty="0"/>
              <a:t>: 00</a:t>
            </a:r>
            <a:r>
              <a:rPr lang="en-US" altLang="ko-KR" sz="1600" spc="600" dirty="0">
                <a:highlight>
                  <a:srgbClr val="FFFF00"/>
                </a:highlight>
              </a:rPr>
              <a:t>11</a:t>
            </a:r>
            <a:r>
              <a:rPr lang="en-US" altLang="ko-KR" sz="1600" spc="600" dirty="0"/>
              <a:t>0</a:t>
            </a:r>
            <a:r>
              <a:rPr lang="en-US" altLang="ko-KR" sz="1600" spc="600" dirty="0">
                <a:highlight>
                  <a:srgbClr val="FFFF00"/>
                </a:highlight>
              </a:rPr>
              <a:t>1</a:t>
            </a:r>
            <a:r>
              <a:rPr lang="en-US" altLang="ko-KR" sz="1600" spc="600" dirty="0"/>
              <a:t>00</a:t>
            </a:r>
          </a:p>
          <a:p>
            <a:pPr algn="just"/>
            <a:endParaRPr lang="en-US" altLang="ko-KR" sz="1600" dirty="0"/>
          </a:p>
          <a:p>
            <a:pPr algn="just"/>
            <a:r>
              <a:rPr lang="en-US" altLang="ko-KR" sz="1600" dirty="0"/>
              <a:t>Uniformity: 3/8 = 37.5%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07C9C-05C3-F861-DE4D-323E627F32DA}"/>
              </a:ext>
            </a:extLst>
          </p:cNvPr>
          <p:cNvSpPr txBox="1"/>
          <p:nvPr/>
        </p:nvSpPr>
        <p:spPr>
          <a:xfrm>
            <a:off x="8700932" y="4874351"/>
            <a:ext cx="29021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600" dirty="0"/>
              <a:t>Chip a: </a:t>
            </a:r>
            <a:r>
              <a:rPr lang="en-US" altLang="ko-KR" sz="1600" spc="300" dirty="0"/>
              <a:t>0000</a:t>
            </a:r>
            <a:r>
              <a:rPr lang="en-US" altLang="ko-KR" sz="1600" spc="300" dirty="0">
                <a:highlight>
                  <a:srgbClr val="FFFF00"/>
                </a:highlight>
              </a:rPr>
              <a:t>1111</a:t>
            </a:r>
          </a:p>
          <a:p>
            <a:pPr algn="dist"/>
            <a:endParaRPr lang="en-US" altLang="ko-KR" sz="1600" spc="300" dirty="0">
              <a:highlight>
                <a:srgbClr val="FFFF00"/>
              </a:highlight>
            </a:endParaRPr>
          </a:p>
          <a:p>
            <a:pPr algn="dist"/>
            <a:r>
              <a:rPr lang="en-US" altLang="ko-KR" sz="1600" dirty="0"/>
              <a:t>Chip b: 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1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1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1</a:t>
            </a:r>
            <a:r>
              <a:rPr lang="en-US" altLang="ko-KR" sz="1600" spc="300" dirty="0"/>
              <a:t>0</a:t>
            </a:r>
            <a:r>
              <a:rPr lang="en-US" altLang="ko-KR" sz="1600" spc="300" dirty="0">
                <a:highlight>
                  <a:srgbClr val="FFFF00"/>
                </a:highlight>
              </a:rPr>
              <a:t>1</a:t>
            </a:r>
          </a:p>
          <a:p>
            <a:pPr algn="dist"/>
            <a:endParaRPr lang="en-US" altLang="ko-KR" sz="1600" spc="300" dirty="0">
              <a:highlight>
                <a:srgbClr val="FFFF00"/>
              </a:highlight>
            </a:endParaRPr>
          </a:p>
          <a:p>
            <a:r>
              <a:rPr lang="ko-KR" altLang="en-US" sz="1600" dirty="0"/>
              <a:t>확률 분포가 얼마나 균일한가</a:t>
            </a:r>
            <a:endParaRPr lang="en-US" altLang="ko-KR" sz="1600" spc="300" dirty="0">
              <a:highlight>
                <a:srgbClr val="FFFF00"/>
              </a:highlight>
            </a:endParaRPr>
          </a:p>
          <a:p>
            <a:pPr algn="dist"/>
            <a:endParaRPr lang="en-US" altLang="ko-KR" sz="1600" spc="300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834C5-5186-F6BC-B912-0803A0FB9284}"/>
              </a:ext>
            </a:extLst>
          </p:cNvPr>
          <p:cNvSpPr txBox="1"/>
          <p:nvPr/>
        </p:nvSpPr>
        <p:spPr>
          <a:xfrm>
            <a:off x="11722879" y="642970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10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9B12A-34FD-3A71-7023-7EAD24EA6F38}"/>
              </a:ext>
            </a:extLst>
          </p:cNvPr>
          <p:cNvSpPr txBox="1"/>
          <p:nvPr/>
        </p:nvSpPr>
        <p:spPr>
          <a:xfrm>
            <a:off x="986828" y="6245039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최댓값</a:t>
            </a:r>
            <a:r>
              <a:rPr lang="en-US" altLang="ko-KR" b="1" dirty="0">
                <a:solidFill>
                  <a:srgbClr val="FF0000"/>
                </a:solidFill>
              </a:rPr>
              <a:t>: 50%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76874-E193-1332-CECB-A8635D976250}"/>
              </a:ext>
            </a:extLst>
          </p:cNvPr>
          <p:cNvSpPr txBox="1"/>
          <p:nvPr/>
        </p:nvSpPr>
        <p:spPr>
          <a:xfrm>
            <a:off x="5024763" y="6245039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최댓값</a:t>
            </a:r>
            <a:r>
              <a:rPr lang="en-US" altLang="ko-KR" b="1" dirty="0">
                <a:solidFill>
                  <a:srgbClr val="FF0000"/>
                </a:solidFill>
              </a:rPr>
              <a:t>: 50%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47AE2-6696-BBC1-7E97-8D9C625FAC22}"/>
              </a:ext>
            </a:extLst>
          </p:cNvPr>
          <p:cNvSpPr txBox="1"/>
          <p:nvPr/>
        </p:nvSpPr>
        <p:spPr>
          <a:xfrm>
            <a:off x="8729259" y="6245039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최댓값</a:t>
            </a:r>
            <a:r>
              <a:rPr lang="en-US" altLang="ko-KR" b="1" dirty="0">
                <a:solidFill>
                  <a:srgbClr val="FF0000"/>
                </a:solidFill>
              </a:rPr>
              <a:t>: 1bit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56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68036-7E3A-EFFE-6724-30FBA5A6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47A4E1-D78D-2B89-C4DD-4E1DA5B4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D897DA6-C569-AB7B-2C0F-808654B49953}"/>
              </a:ext>
            </a:extLst>
          </p:cNvPr>
          <p:cNvGrpSpPr/>
          <p:nvPr/>
        </p:nvGrpSpPr>
        <p:grpSpPr>
          <a:xfrm>
            <a:off x="351359" y="1678795"/>
            <a:ext cx="5510129" cy="4677552"/>
            <a:chOff x="541787" y="4362583"/>
            <a:chExt cx="7558385" cy="584980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E0FD03D-127F-D4C9-D057-B5EE05531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7" r="29155"/>
            <a:stretch>
              <a:fillRect/>
            </a:stretch>
          </p:blipFill>
          <p:spPr>
            <a:xfrm>
              <a:off x="541787" y="4362583"/>
              <a:ext cx="4287420" cy="5726064"/>
            </a:xfrm>
            <a:prstGeom prst="rect">
              <a:avLst/>
            </a:prstGeom>
          </p:spPr>
        </p:pic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AF0CD9C-EFA9-F541-D890-6521C028F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0952" y="4927862"/>
              <a:ext cx="270148" cy="97536"/>
            </a:xfrm>
            <a:prstGeom prst="line">
              <a:avLst/>
            </a:prstGeom>
            <a:ln w="19050">
              <a:solidFill>
                <a:srgbClr val="0BC7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628D27F-5392-9AE1-469A-3E0184938931}"/>
                </a:ext>
              </a:extLst>
            </p:cNvPr>
            <p:cNvCxnSpPr>
              <a:cxnSpLocks/>
            </p:cNvCxnSpPr>
            <p:nvPr/>
          </p:nvCxnSpPr>
          <p:spPr>
            <a:xfrm>
              <a:off x="1982893" y="8559162"/>
              <a:ext cx="608467" cy="226038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206810F-C944-EDE9-79D2-130FDAC8A22D}"/>
                </a:ext>
              </a:extLst>
            </p:cNvPr>
            <p:cNvCxnSpPr>
              <a:cxnSpLocks/>
            </p:cNvCxnSpPr>
            <p:nvPr/>
          </p:nvCxnSpPr>
          <p:spPr>
            <a:xfrm>
              <a:off x="3118352" y="8984566"/>
              <a:ext cx="1311971" cy="0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EE1D97B-6D90-E8DF-6FB9-D02577CE6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6159" y="6227971"/>
              <a:ext cx="648395" cy="225244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01437B1-988E-6876-8589-F9297A6AA7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711" y="5533463"/>
              <a:ext cx="1401326" cy="496273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8A57C22-6098-BB07-C52E-7989FB6E8E29}"/>
                </a:ext>
              </a:extLst>
            </p:cNvPr>
            <p:cNvCxnSpPr>
              <a:cxnSpLocks/>
            </p:cNvCxnSpPr>
            <p:nvPr/>
          </p:nvCxnSpPr>
          <p:spPr>
            <a:xfrm>
              <a:off x="1235925" y="6029083"/>
              <a:ext cx="308146" cy="11656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56B5DF1-437D-8458-CB99-DFAD2046B6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951" y="6227971"/>
              <a:ext cx="0" cy="2774838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76095ED-0E02-633B-B11A-12D0AC533E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29037" y="5530509"/>
              <a:ext cx="1865517" cy="702318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AF27CB4-4002-3C00-5E18-5BED7674F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2749" y="5623210"/>
              <a:ext cx="130950" cy="46216"/>
            </a:xfrm>
            <a:prstGeom prst="line">
              <a:avLst/>
            </a:prstGeom>
            <a:ln w="38100">
              <a:solidFill>
                <a:srgbClr val="ECEC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C37FE40-B22D-87BF-BAAA-4632A0F03F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8318" y="4927862"/>
              <a:ext cx="0" cy="3951595"/>
            </a:xfrm>
            <a:prstGeom prst="line">
              <a:avLst/>
            </a:prstGeom>
            <a:ln w="19050">
              <a:solidFill>
                <a:srgbClr val="0BC7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4210868-606B-4BF8-29BD-C157AE0BCED3}"/>
                </a:ext>
              </a:extLst>
            </p:cNvPr>
            <p:cNvCxnSpPr>
              <a:cxnSpLocks/>
            </p:cNvCxnSpPr>
            <p:nvPr/>
          </p:nvCxnSpPr>
          <p:spPr>
            <a:xfrm>
              <a:off x="2835411" y="8879458"/>
              <a:ext cx="282940" cy="105109"/>
            </a:xfrm>
            <a:prstGeom prst="line">
              <a:avLst/>
            </a:prstGeom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AD8F9B3-C893-D3C0-E5AB-B4445012E2C0}"/>
                </a:ext>
              </a:extLst>
            </p:cNvPr>
            <p:cNvCxnSpPr>
              <a:cxnSpLocks/>
            </p:cNvCxnSpPr>
            <p:nvPr/>
          </p:nvCxnSpPr>
          <p:spPr>
            <a:xfrm>
              <a:off x="1588506" y="8620922"/>
              <a:ext cx="1315049" cy="488524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2767320-60E7-41BE-30E8-E0E1A71E548B}"/>
                </a:ext>
              </a:extLst>
            </p:cNvPr>
            <p:cNvCxnSpPr>
              <a:cxnSpLocks/>
            </p:cNvCxnSpPr>
            <p:nvPr/>
          </p:nvCxnSpPr>
          <p:spPr>
            <a:xfrm>
              <a:off x="2900507" y="9109065"/>
              <a:ext cx="1399189" cy="5069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6B29590-D655-E4B0-1C73-485455BF5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07" r="34980"/>
            <a:stretch>
              <a:fillRect/>
            </a:stretch>
          </p:blipFill>
          <p:spPr>
            <a:xfrm>
              <a:off x="5706707" y="4851319"/>
              <a:ext cx="2393465" cy="536106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948F4A-B3BF-9D89-1EA5-1124A3BAC1E1}"/>
                </a:ext>
              </a:extLst>
            </p:cNvPr>
            <p:cNvSpPr txBox="1"/>
            <p:nvPr/>
          </p:nvSpPr>
          <p:spPr>
            <a:xfrm>
              <a:off x="5034232" y="9837255"/>
              <a:ext cx="7040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Sample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97DF29-3F50-0694-826F-B47B9BAEE990}"/>
                </a:ext>
              </a:extLst>
            </p:cNvPr>
            <p:cNvSpPr txBox="1"/>
            <p:nvPr/>
          </p:nvSpPr>
          <p:spPr>
            <a:xfrm>
              <a:off x="2856597" y="6994784"/>
              <a:ext cx="6367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2 axis-</a:t>
              </a:r>
            </a:p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40B7C3-7FC7-633D-4CF1-650570A5D4A8}"/>
                </a:ext>
              </a:extLst>
            </p:cNvPr>
            <p:cNvSpPr txBox="1"/>
            <p:nvPr/>
          </p:nvSpPr>
          <p:spPr>
            <a:xfrm>
              <a:off x="3715715" y="7801795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PC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2EB410-7E32-B154-B10D-47CA93E480C5}"/>
                </a:ext>
              </a:extLst>
            </p:cNvPr>
            <p:cNvSpPr txBox="1"/>
            <p:nvPr/>
          </p:nvSpPr>
          <p:spPr>
            <a:xfrm rot="20395220">
              <a:off x="2847389" y="5316452"/>
              <a:ext cx="510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SMF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D5CB48-D38D-AED8-2F25-292E0F7B6D54}"/>
                </a:ext>
              </a:extLst>
            </p:cNvPr>
            <p:cNvSpPr txBox="1"/>
            <p:nvPr/>
          </p:nvSpPr>
          <p:spPr>
            <a:xfrm>
              <a:off x="4054581" y="4898222"/>
              <a:ext cx="6960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532 nm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36F643-49D5-8E92-AF68-3DD842B4C9E1}"/>
                </a:ext>
              </a:extLst>
            </p:cNvPr>
            <p:cNvSpPr txBox="1"/>
            <p:nvPr/>
          </p:nvSpPr>
          <p:spPr>
            <a:xfrm rot="16200000">
              <a:off x="4580047" y="6363231"/>
              <a:ext cx="10711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Laser control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517C4F-1D64-5DE6-56A0-608A03C655E1}"/>
                </a:ext>
              </a:extLst>
            </p:cNvPr>
            <p:cNvSpPr txBox="1"/>
            <p:nvPr/>
          </p:nvSpPr>
          <p:spPr>
            <a:xfrm rot="16200000">
              <a:off x="3768734" y="6919672"/>
              <a:ext cx="10807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Motor control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ECA646-4515-465A-E57B-FAAAB003C5A3}"/>
                </a:ext>
              </a:extLst>
            </p:cNvPr>
            <p:cNvSpPr txBox="1"/>
            <p:nvPr/>
          </p:nvSpPr>
          <p:spPr>
            <a:xfrm>
              <a:off x="2888640" y="9105799"/>
              <a:ext cx="10887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Galvo control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874A89-9224-49D4-47AE-EBBFB60A9367}"/>
                </a:ext>
              </a:extLst>
            </p:cNvPr>
            <p:cNvSpPr txBox="1"/>
            <p:nvPr/>
          </p:nvSpPr>
          <p:spPr>
            <a:xfrm>
              <a:off x="3284879" y="8667675"/>
              <a:ext cx="8124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PA signal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원호 29">
              <a:extLst>
                <a:ext uri="{FF2B5EF4-FFF2-40B4-BE49-F238E27FC236}">
                  <a16:creationId xmlns:a16="http://schemas.microsoft.com/office/drawing/2014/main" id="{12DA10DA-38ED-06FA-45C9-9BD2C5951A42}"/>
                </a:ext>
              </a:extLst>
            </p:cNvPr>
            <p:cNvSpPr/>
            <p:nvPr/>
          </p:nvSpPr>
          <p:spPr>
            <a:xfrm rot="8546852">
              <a:off x="1199596" y="8174245"/>
              <a:ext cx="540000" cy="540000"/>
            </a:xfrm>
            <a:prstGeom prst="arc">
              <a:avLst>
                <a:gd name="adj1" fmla="val 15632261"/>
                <a:gd name="adj2" fmla="val 1106097"/>
              </a:avLst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headEnd type="triangle"/>
              <a:tailEnd type="triangle"/>
            </a:ln>
            <a:scene3d>
              <a:camera prst="orthographicFront">
                <a:rot lat="2638160" lon="17803934" rev="15357489"/>
              </a:camera>
              <a:lightRig rig="threePt" dir="t"/>
            </a:scene3d>
            <a:sp3d>
              <a:bevelT w="0" h="12700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      </a:t>
              </a:r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AF94296-EF13-5CEB-F130-69880C7D0AE6}"/>
                </a:ext>
              </a:extLst>
            </p:cNvPr>
            <p:cNvGrpSpPr/>
            <p:nvPr/>
          </p:nvGrpSpPr>
          <p:grpSpPr>
            <a:xfrm>
              <a:off x="4227536" y="7428165"/>
              <a:ext cx="965759" cy="1816134"/>
              <a:chOff x="5905558" y="6068866"/>
              <a:chExt cx="965759" cy="1816134"/>
            </a:xfrm>
          </p:grpSpPr>
          <p:sp>
            <p:nvSpPr>
              <p:cNvPr id="42" name="정육면체 41">
                <a:extLst>
                  <a:ext uri="{FF2B5EF4-FFF2-40B4-BE49-F238E27FC236}">
                    <a16:creationId xmlns:a16="http://schemas.microsoft.com/office/drawing/2014/main" id="{E768A822-47E9-7C83-ED1B-8A19B8039AC1}"/>
                  </a:ext>
                </a:extLst>
              </p:cNvPr>
              <p:cNvSpPr/>
              <p:nvPr/>
            </p:nvSpPr>
            <p:spPr>
              <a:xfrm>
                <a:off x="5938151" y="7402021"/>
                <a:ext cx="900573" cy="482979"/>
              </a:xfrm>
              <a:prstGeom prst="cube">
                <a:avLst>
                  <a:gd name="adj" fmla="val 69736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>
                  <a:rot lat="3300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정육면체 42">
                <a:extLst>
                  <a:ext uri="{FF2B5EF4-FFF2-40B4-BE49-F238E27FC236}">
                    <a16:creationId xmlns:a16="http://schemas.microsoft.com/office/drawing/2014/main" id="{5739D37F-0237-B3D6-D4C3-EF35D007B75E}"/>
                  </a:ext>
                </a:extLst>
              </p:cNvPr>
              <p:cNvSpPr/>
              <p:nvPr/>
            </p:nvSpPr>
            <p:spPr>
              <a:xfrm>
                <a:off x="6288969" y="7310033"/>
                <a:ext cx="198937" cy="291449"/>
              </a:xfrm>
              <a:prstGeom prst="cub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정육면체 43">
                <a:extLst>
                  <a:ext uri="{FF2B5EF4-FFF2-40B4-BE49-F238E27FC236}">
                    <a16:creationId xmlns:a16="http://schemas.microsoft.com/office/drawing/2014/main" id="{52E056E4-5A2A-8DF4-ECCE-25F0FF9F40D7}"/>
                  </a:ext>
                </a:extLst>
              </p:cNvPr>
              <p:cNvSpPr/>
              <p:nvPr/>
            </p:nvSpPr>
            <p:spPr>
              <a:xfrm>
                <a:off x="5905558" y="6068866"/>
                <a:ext cx="965759" cy="1696776"/>
              </a:xfrm>
              <a:prstGeom prst="cube">
                <a:avLst>
                  <a:gd name="adj" fmla="val 478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>
                  <a:rot lat="330000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45" name="그림 44" descr="패턴, 스케치, 패브릭, 예술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07A0844-03AF-6F34-1193-A21604352C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8915" y="6542897"/>
                <a:ext cx="778100" cy="778100"/>
              </a:xfrm>
              <a:prstGeom prst="rect">
                <a:avLst/>
              </a:prstGeom>
              <a:ln w="22225">
                <a:noFill/>
              </a:ln>
            </p:spPr>
          </p:pic>
        </p:grpSp>
        <p:sp>
          <p:nvSpPr>
            <p:cNvPr id="32" name="원호 31">
              <a:extLst>
                <a:ext uri="{FF2B5EF4-FFF2-40B4-BE49-F238E27FC236}">
                  <a16:creationId xmlns:a16="http://schemas.microsoft.com/office/drawing/2014/main" id="{0C1F67E3-5A63-CA75-EB16-6B77D43C76F0}"/>
                </a:ext>
              </a:extLst>
            </p:cNvPr>
            <p:cNvSpPr/>
            <p:nvPr/>
          </p:nvSpPr>
          <p:spPr>
            <a:xfrm rot="9062828">
              <a:off x="5465448" y="8299654"/>
              <a:ext cx="900000" cy="899999"/>
            </a:xfrm>
            <a:prstGeom prst="arc">
              <a:avLst>
                <a:gd name="adj1" fmla="val 15632261"/>
                <a:gd name="adj2" fmla="val 1106097"/>
              </a:avLst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headEnd type="triangle"/>
              <a:tailEnd type="triangle"/>
            </a:ln>
            <a:scene3d>
              <a:camera prst="orthographicFront">
                <a:rot lat="2604580" lon="17391531" rev="15672440"/>
              </a:camera>
              <a:lightRig rig="threePt" dir="t"/>
            </a:scene3d>
            <a:sp3d>
              <a:bevelT w="0" h="12700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       </a:t>
              </a:r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30786C-49A5-9AE5-47AA-2DDC40D4E0FF}"/>
                </a:ext>
              </a:extLst>
            </p:cNvPr>
            <p:cNvSpPr txBox="1"/>
            <p:nvPr/>
          </p:nvSpPr>
          <p:spPr>
            <a:xfrm>
              <a:off x="3822764" y="5342861"/>
              <a:ext cx="2952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A1CB0B3-2E4A-151C-98B6-800A5EF884AA}"/>
                </a:ext>
              </a:extLst>
            </p:cNvPr>
            <p:cNvSpPr txBox="1"/>
            <p:nvPr/>
          </p:nvSpPr>
          <p:spPr>
            <a:xfrm>
              <a:off x="2342901" y="6204522"/>
              <a:ext cx="295274" cy="276999"/>
            </a:xfrm>
            <a:prstGeom prst="rect">
              <a:avLst/>
            </a:prstGeom>
            <a:noFill/>
            <a:effectLst>
              <a:outerShdw blurRad="63500" sx="10000" sy="10000" algn="ctr" rotWithShape="0">
                <a:schemeClr val="bg1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effectLst>
                    <a:glow rad="139700">
                      <a:schemeClr val="bg1">
                        <a:alpha val="40000"/>
                      </a:schemeClr>
                    </a:glow>
                    <a:outerShdw blurRad="63500" sx="102000" sy="102000" algn="ctr" rotWithShape="0">
                      <a:schemeClr val="bg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ko-KR" altLang="en-US" sz="1200" dirty="0">
                <a:effectLst>
                  <a:glow rad="139700">
                    <a:schemeClr val="bg1">
                      <a:alpha val="40000"/>
                    </a:schemeClr>
                  </a:glow>
                  <a:outerShdw blurRad="635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B2AA3C-21E6-4ED2-7CA8-B6F3A26A7642}"/>
                </a:ext>
              </a:extLst>
            </p:cNvPr>
            <p:cNvSpPr txBox="1"/>
            <p:nvPr/>
          </p:nvSpPr>
          <p:spPr>
            <a:xfrm>
              <a:off x="2482245" y="7742615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OL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25303C-6799-153A-B680-1BD58A8E0CD3}"/>
                </a:ext>
              </a:extLst>
            </p:cNvPr>
            <p:cNvSpPr txBox="1"/>
            <p:nvPr/>
          </p:nvSpPr>
          <p:spPr>
            <a:xfrm>
              <a:off x="5764598" y="7977460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GM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D5D51B-C3DE-7082-7A3A-A11B501A5D5E}"/>
                </a:ext>
              </a:extLst>
            </p:cNvPr>
            <p:cNvSpPr txBox="1"/>
            <p:nvPr/>
          </p:nvSpPr>
          <p:spPr>
            <a:xfrm>
              <a:off x="6441924" y="9324597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RUT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56D683E-1CA2-A307-C02E-DCBBB1567367}"/>
                </a:ext>
              </a:extLst>
            </p:cNvPr>
            <p:cNvSpPr txBox="1"/>
            <p:nvPr/>
          </p:nvSpPr>
          <p:spPr>
            <a:xfrm>
              <a:off x="2431945" y="8588185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Amp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AFF2535-77FE-A16B-80CB-B12834D918BE}"/>
                </a:ext>
              </a:extLst>
            </p:cNvPr>
            <p:cNvSpPr txBox="1"/>
            <p:nvPr/>
          </p:nvSpPr>
          <p:spPr>
            <a:xfrm>
              <a:off x="2378808" y="8252862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PM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CA2D3AA-F8FB-F82C-4153-3D822165280C}"/>
                </a:ext>
              </a:extLst>
            </p:cNvPr>
            <p:cNvSpPr/>
            <p:nvPr/>
          </p:nvSpPr>
          <p:spPr>
            <a:xfrm>
              <a:off x="6446392" y="6163027"/>
              <a:ext cx="659059" cy="199704"/>
            </a:xfrm>
            <a:prstGeom prst="rect">
              <a:avLst/>
            </a:prstGeom>
            <a:solidFill>
              <a:srgbClr val="60FF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4E20345-F53D-F143-C6E2-B9B5C425A15B}"/>
                </a:ext>
              </a:extLst>
            </p:cNvPr>
            <p:cNvSpPr/>
            <p:nvPr/>
          </p:nvSpPr>
          <p:spPr>
            <a:xfrm>
              <a:off x="6446392" y="6418875"/>
              <a:ext cx="659059" cy="199704"/>
            </a:xfrm>
            <a:prstGeom prst="rect">
              <a:avLst/>
            </a:prstGeom>
            <a:solidFill>
              <a:srgbClr val="FF83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BA04A51-0AA4-8C7C-B2FD-E5DE41C32EBA}"/>
              </a:ext>
            </a:extLst>
          </p:cNvPr>
          <p:cNvGrpSpPr/>
          <p:nvPr/>
        </p:nvGrpSpPr>
        <p:grpSpPr>
          <a:xfrm>
            <a:off x="6008259" y="3489388"/>
            <a:ext cx="5749326" cy="2523735"/>
            <a:chOff x="8442924" y="4707183"/>
            <a:chExt cx="7814445" cy="3430244"/>
          </a:xfrm>
        </p:grpSpPr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44DB65FC-5C7F-8A09-7332-32E2B4C899BE}"/>
                </a:ext>
              </a:extLst>
            </p:cNvPr>
            <p:cNvCxnSpPr>
              <a:cxnSpLocks/>
            </p:cNvCxnSpPr>
            <p:nvPr/>
          </p:nvCxnSpPr>
          <p:spPr>
            <a:xfrm>
              <a:off x="9318795" y="7412698"/>
              <a:ext cx="69385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CD8012E-BD54-ACFB-E715-36AF386D26BC}"/>
                </a:ext>
              </a:extLst>
            </p:cNvPr>
            <p:cNvSpPr txBox="1"/>
            <p:nvPr/>
          </p:nvSpPr>
          <p:spPr>
            <a:xfrm>
              <a:off x="11343586" y="7792984"/>
              <a:ext cx="2758954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Coating cycle (#)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AED317-D98A-4463-34D4-A92B4660A0C7}"/>
                </a:ext>
              </a:extLst>
            </p:cNvPr>
            <p:cNvSpPr txBox="1"/>
            <p:nvPr/>
          </p:nvSpPr>
          <p:spPr>
            <a:xfrm>
              <a:off x="9318795" y="7454481"/>
              <a:ext cx="1101502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123D07E-2721-2041-E238-65975CE6CA28}"/>
                </a:ext>
              </a:extLst>
            </p:cNvPr>
            <p:cNvSpPr txBox="1"/>
            <p:nvPr/>
          </p:nvSpPr>
          <p:spPr>
            <a:xfrm>
              <a:off x="10745555" y="7454482"/>
              <a:ext cx="110150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D2E3C8B-F622-7C8C-2F00-1A3FE9343AF3}"/>
                </a:ext>
              </a:extLst>
            </p:cNvPr>
            <p:cNvSpPr txBox="1"/>
            <p:nvPr/>
          </p:nvSpPr>
          <p:spPr>
            <a:xfrm>
              <a:off x="12172314" y="7454482"/>
              <a:ext cx="110150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2DA84E8-47A2-720B-2E0F-86A4674F2841}"/>
                </a:ext>
              </a:extLst>
            </p:cNvPr>
            <p:cNvSpPr txBox="1"/>
            <p:nvPr/>
          </p:nvSpPr>
          <p:spPr>
            <a:xfrm>
              <a:off x="13599073" y="7460492"/>
              <a:ext cx="110150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E84DD3E-AE1C-0A0E-B0AE-8DE1D8A1C0F2}"/>
                </a:ext>
              </a:extLst>
            </p:cNvPr>
            <p:cNvSpPr txBox="1"/>
            <p:nvPr/>
          </p:nvSpPr>
          <p:spPr>
            <a:xfrm>
              <a:off x="15025833" y="7460492"/>
              <a:ext cx="110150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27A7AC-7C9E-7B3D-136B-D54F12F3CF5D}"/>
                </a:ext>
              </a:extLst>
            </p:cNvPr>
            <p:cNvSpPr txBox="1"/>
            <p:nvPr/>
          </p:nvSpPr>
          <p:spPr>
            <a:xfrm>
              <a:off x="8442924" y="6474129"/>
              <a:ext cx="87587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Binary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30CAAEB-C72C-9983-6198-3B7616A817C0}"/>
                </a:ext>
              </a:extLst>
            </p:cNvPr>
            <p:cNvSpPr txBox="1"/>
            <p:nvPr/>
          </p:nvSpPr>
          <p:spPr>
            <a:xfrm>
              <a:off x="8442924" y="5162740"/>
              <a:ext cx="875871" cy="344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PA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ADABFD5B-6F8C-C16E-E819-11772641BC3C}"/>
                </a:ext>
              </a:extLst>
            </p:cNvPr>
            <p:cNvGrpSpPr/>
            <p:nvPr/>
          </p:nvGrpSpPr>
          <p:grpSpPr>
            <a:xfrm>
              <a:off x="9323183" y="4707183"/>
              <a:ext cx="6853351" cy="2619746"/>
              <a:chOff x="992534" y="-1174317"/>
              <a:chExt cx="5511423" cy="2106784"/>
            </a:xfrm>
          </p:grpSpPr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1D575804-A86C-910D-D56D-28B897E4C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534" y="-75533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D2E7D977-5613-413A-1247-6D7E13225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534" y="-1174317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59" name="그림 58">
                <a:extLst>
                  <a:ext uri="{FF2B5EF4-FFF2-40B4-BE49-F238E27FC236}">
                    <a16:creationId xmlns:a16="http://schemas.microsoft.com/office/drawing/2014/main" id="{43C710E2-F1A6-5876-B646-89BE7621D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8389" y="-75533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703C8D9C-7015-395F-9199-7437677E98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8389" y="-1174317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08796239-F8B2-D296-D738-1751205E1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44244" y="-75533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429645AE-092A-17A8-4508-1181BE751B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44244" y="-1174317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1693BFFA-B1CB-415E-4AE8-620832A20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0100" y="-75533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4" name="그림 63">
                <a:extLst>
                  <a:ext uri="{FF2B5EF4-FFF2-40B4-BE49-F238E27FC236}">
                    <a16:creationId xmlns:a16="http://schemas.microsoft.com/office/drawing/2014/main" id="{55F0F4DA-43B8-13EA-38F3-F9911CDF9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70100" y="-1174317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5" name="그림 64">
                <a:extLst>
                  <a:ext uri="{FF2B5EF4-FFF2-40B4-BE49-F238E27FC236}">
                    <a16:creationId xmlns:a16="http://schemas.microsoft.com/office/drawing/2014/main" id="{A83647B6-3876-CD0B-5115-594CC4A36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5957" y="-75533"/>
                <a:ext cx="1008000" cy="1008000"/>
              </a:xfrm>
              <a:prstGeom prst="rect">
                <a:avLst/>
              </a:prstGeom>
            </p:spPr>
          </p:pic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55F35C2F-B484-4A6E-AA65-29A8FC59D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5956" y="-1174317"/>
                <a:ext cx="1008000" cy="1008000"/>
              </a:xfrm>
              <a:prstGeom prst="rect">
                <a:avLst/>
              </a:prstGeom>
            </p:spPr>
          </p:pic>
        </p:grpSp>
      </p:grpSp>
      <p:pic>
        <p:nvPicPr>
          <p:cNvPr id="67" name="그림 66">
            <a:extLst>
              <a:ext uri="{FF2B5EF4-FFF2-40B4-BE49-F238E27FC236}">
                <a16:creationId xmlns:a16="http://schemas.microsoft.com/office/drawing/2014/main" id="{3DC54F8A-D8D0-2A62-D124-E68F46CCC16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1296" t="36160" r="22564" b="36416"/>
          <a:stretch>
            <a:fillRect/>
          </a:stretch>
        </p:blipFill>
        <p:spPr>
          <a:xfrm flipV="1">
            <a:off x="6409254" y="2024716"/>
            <a:ext cx="1701755" cy="1142916"/>
          </a:xfrm>
          <a:custGeom>
            <a:avLst/>
            <a:gdLst>
              <a:gd name="csX0" fmla="*/ 0 w 3789221"/>
              <a:gd name="csY0" fmla="*/ 0 h 2468047"/>
              <a:gd name="csX1" fmla="*/ 3789221 w 3789221"/>
              <a:gd name="csY1" fmla="*/ 0 h 2468047"/>
              <a:gd name="csX2" fmla="*/ 3789221 w 3789221"/>
              <a:gd name="csY2" fmla="*/ 2468047 h 2468047"/>
              <a:gd name="csX3" fmla="*/ 0 w 3789221"/>
              <a:gd name="csY3" fmla="*/ 2468047 h 2468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89221" h="2468047">
                <a:moveTo>
                  <a:pt x="0" y="0"/>
                </a:moveTo>
                <a:lnTo>
                  <a:pt x="3789221" y="0"/>
                </a:lnTo>
                <a:lnTo>
                  <a:pt x="3789221" y="2468047"/>
                </a:lnTo>
                <a:lnTo>
                  <a:pt x="0" y="2468047"/>
                </a:lnTo>
                <a:close/>
              </a:path>
            </a:pathLst>
          </a:custGeom>
          <a:ln w="15875">
            <a:solidFill>
              <a:schemeClr val="tx1"/>
            </a:solidFill>
          </a:ln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0D5EDF27-C8EB-CECE-3BB1-2D6B7741114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1948" t="24960" r="11164" b="24960"/>
          <a:stretch>
            <a:fillRect/>
          </a:stretch>
        </p:blipFill>
        <p:spPr>
          <a:xfrm>
            <a:off x="8223973" y="2012973"/>
            <a:ext cx="1683701" cy="1130791"/>
          </a:xfrm>
          <a:custGeom>
            <a:avLst/>
            <a:gdLst>
              <a:gd name="csX0" fmla="*/ 0 w 6919514"/>
              <a:gd name="csY0" fmla="*/ 0 h 4506912"/>
              <a:gd name="csX1" fmla="*/ 6919514 w 6919514"/>
              <a:gd name="csY1" fmla="*/ 0 h 4506912"/>
              <a:gd name="csX2" fmla="*/ 6919514 w 6919514"/>
              <a:gd name="csY2" fmla="*/ 4506912 h 4506912"/>
              <a:gd name="csX3" fmla="*/ 0 w 6919514"/>
              <a:gd name="csY3" fmla="*/ 4506912 h 4506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19514" h="4506912">
                <a:moveTo>
                  <a:pt x="0" y="0"/>
                </a:moveTo>
                <a:lnTo>
                  <a:pt x="6919514" y="0"/>
                </a:lnTo>
                <a:lnTo>
                  <a:pt x="6919514" y="4506912"/>
                </a:lnTo>
                <a:lnTo>
                  <a:pt x="0" y="4506912"/>
                </a:lnTo>
                <a:close/>
              </a:path>
            </a:pathLst>
          </a:custGeom>
          <a:ln w="15875">
            <a:solidFill>
              <a:schemeClr val="tx1"/>
            </a:solidFill>
          </a:ln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93F9AD5D-2540-8D5E-F2BF-FFFA28D76AED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6187" t="23377" r="4616" b="33030"/>
          <a:stretch>
            <a:fillRect/>
          </a:stretch>
        </p:blipFill>
        <p:spPr>
          <a:xfrm>
            <a:off x="10016821" y="2021865"/>
            <a:ext cx="1682936" cy="1130790"/>
          </a:xfrm>
          <a:custGeom>
            <a:avLst/>
            <a:gdLst>
              <a:gd name="csX0" fmla="*/ 0 w 6020549"/>
              <a:gd name="csY0" fmla="*/ 0 h 3923165"/>
              <a:gd name="csX1" fmla="*/ 6020549 w 6020549"/>
              <a:gd name="csY1" fmla="*/ 0 h 3923165"/>
              <a:gd name="csX2" fmla="*/ 6020549 w 6020549"/>
              <a:gd name="csY2" fmla="*/ 3923165 h 3923165"/>
              <a:gd name="csX3" fmla="*/ 0 w 6020549"/>
              <a:gd name="csY3" fmla="*/ 3923165 h 3923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20549" h="3923165">
                <a:moveTo>
                  <a:pt x="0" y="0"/>
                </a:moveTo>
                <a:lnTo>
                  <a:pt x="6020549" y="0"/>
                </a:lnTo>
                <a:lnTo>
                  <a:pt x="6020549" y="3923165"/>
                </a:lnTo>
                <a:lnTo>
                  <a:pt x="0" y="3923165"/>
                </a:lnTo>
                <a:close/>
              </a:path>
            </a:pathLst>
          </a:cu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988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9A25C-C182-A410-6231-5CD37AA4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92678-0791-A17E-8740-8357BD8E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463" y="6282444"/>
            <a:ext cx="2743200" cy="365125"/>
          </a:xfrm>
        </p:spPr>
        <p:txBody>
          <a:bodyPr/>
          <a:lstStyle/>
          <a:p>
            <a:fld id="{05115EE3-BCDF-46D7-BA86-8C3E2F513E4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5AE372-A704-97AE-1B32-088B7B876540}"/>
              </a:ext>
            </a:extLst>
          </p:cNvPr>
          <p:cNvGrpSpPr/>
          <p:nvPr/>
        </p:nvGrpSpPr>
        <p:grpSpPr>
          <a:xfrm>
            <a:off x="5909177" y="1209275"/>
            <a:ext cx="1772124" cy="2962982"/>
            <a:chOff x="6165675" y="918721"/>
            <a:chExt cx="1772124" cy="2962982"/>
          </a:xfrm>
        </p:grpSpPr>
        <p:pic>
          <p:nvPicPr>
            <p:cNvPr id="8" name="그림 7" descr="블랙, 그레이, 우주, 흑백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B83A6AD-72AA-E7FD-F5C8-7B964D78C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7824" y="2111728"/>
              <a:ext cx="1769975" cy="1769975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000AB6FF-D6E5-3032-4CCA-882BC2AD6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9668" y="2474668"/>
              <a:ext cx="0" cy="983964"/>
            </a:xfrm>
            <a:prstGeom prst="straightConnector1">
              <a:avLst/>
            </a:prstGeom>
            <a:ln w="254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89B35E-5DC7-C722-F3B6-65015D7DA3D5}"/>
                </a:ext>
              </a:extLst>
            </p:cNvPr>
            <p:cNvSpPr/>
            <p:nvPr/>
          </p:nvSpPr>
          <p:spPr>
            <a:xfrm>
              <a:off x="6166365" y="1568581"/>
              <a:ext cx="1771434" cy="350623"/>
            </a:xfrm>
            <a:prstGeom prst="rect">
              <a:avLst/>
            </a:prstGeom>
            <a:solidFill>
              <a:srgbClr val="C7CB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EB00039-AFFA-68A2-C577-7B4DE6574710}"/>
                </a:ext>
              </a:extLst>
            </p:cNvPr>
            <p:cNvSpPr/>
            <p:nvPr/>
          </p:nvSpPr>
          <p:spPr>
            <a:xfrm>
              <a:off x="6166365" y="1519930"/>
              <a:ext cx="1771434" cy="5562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16E95F-8527-11F4-1A9C-36B5FE77FB18}"/>
                </a:ext>
              </a:extLst>
            </p:cNvPr>
            <p:cNvSpPr txBox="1"/>
            <p:nvPr/>
          </p:nvSpPr>
          <p:spPr>
            <a:xfrm>
              <a:off x="6165675" y="918721"/>
              <a:ext cx="1771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Only BC</a:t>
              </a:r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DB145B7-2C98-46D2-8EDC-627C7F1F8890}"/>
              </a:ext>
            </a:extLst>
          </p:cNvPr>
          <p:cNvGrpSpPr/>
          <p:nvPr/>
        </p:nvGrpSpPr>
        <p:grpSpPr>
          <a:xfrm>
            <a:off x="7851908" y="1209275"/>
            <a:ext cx="1778454" cy="2957006"/>
            <a:chOff x="8105595" y="918721"/>
            <a:chExt cx="1778454" cy="295700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0188013-01C4-EF0A-807F-AFB660EEB4EB}"/>
                </a:ext>
              </a:extLst>
            </p:cNvPr>
            <p:cNvSpPr/>
            <p:nvPr/>
          </p:nvSpPr>
          <p:spPr>
            <a:xfrm>
              <a:off x="9675054" y="1476118"/>
              <a:ext cx="140838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530ECF0-D28B-D2D5-A778-8C44CD264DA0}"/>
                </a:ext>
              </a:extLst>
            </p:cNvPr>
            <p:cNvSpPr/>
            <p:nvPr/>
          </p:nvSpPr>
          <p:spPr>
            <a:xfrm>
              <a:off x="8870638" y="1476118"/>
              <a:ext cx="154867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582DE14-D1E6-DCC5-80DA-6EA3D6917EF6}"/>
                </a:ext>
              </a:extLst>
            </p:cNvPr>
            <p:cNvSpPr/>
            <p:nvPr/>
          </p:nvSpPr>
          <p:spPr>
            <a:xfrm>
              <a:off x="8200222" y="1476118"/>
              <a:ext cx="170861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968190C8-BCE8-F828-5525-1E3A49EF527C}"/>
                </a:ext>
              </a:extLst>
            </p:cNvPr>
            <p:cNvSpPr/>
            <p:nvPr/>
          </p:nvSpPr>
          <p:spPr>
            <a:xfrm>
              <a:off x="9121246" y="1476118"/>
              <a:ext cx="136429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2696CF6-D95D-E41B-3020-C6247673F602}"/>
                </a:ext>
              </a:extLst>
            </p:cNvPr>
            <p:cNvSpPr/>
            <p:nvPr/>
          </p:nvSpPr>
          <p:spPr>
            <a:xfrm>
              <a:off x="8566195" y="1476118"/>
              <a:ext cx="202994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99171E7-BA69-E860-8E71-8BF23D2DE61F}"/>
                </a:ext>
              </a:extLst>
            </p:cNvPr>
            <p:cNvSpPr/>
            <p:nvPr/>
          </p:nvSpPr>
          <p:spPr>
            <a:xfrm>
              <a:off x="9373983" y="1476118"/>
              <a:ext cx="202994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DB01065-FEB8-60C6-FB64-8AE8AFAB0FC2}"/>
                </a:ext>
              </a:extLst>
            </p:cNvPr>
            <p:cNvSpPr/>
            <p:nvPr/>
          </p:nvSpPr>
          <p:spPr>
            <a:xfrm>
              <a:off x="8119895" y="1568581"/>
              <a:ext cx="1763998" cy="350623"/>
            </a:xfrm>
            <a:prstGeom prst="rect">
              <a:avLst/>
            </a:prstGeom>
            <a:solidFill>
              <a:srgbClr val="C7CB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패턴, 스케치, 패브릭, 그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1CDE822-FAA4-F1F6-BD8A-070081A8A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0051" y="2111729"/>
              <a:ext cx="1763998" cy="176399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997770-AB56-9D9D-870E-A4CB1FB2BD96}"/>
                </a:ext>
              </a:extLst>
            </p:cNvPr>
            <p:cNvSpPr txBox="1"/>
            <p:nvPr/>
          </p:nvSpPr>
          <p:spPr>
            <a:xfrm>
              <a:off x="8105595" y="918721"/>
              <a:ext cx="1771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Only SC</a:t>
              </a:r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E07D16-7783-1F74-72BF-ADEEC6D615BB}"/>
              </a:ext>
            </a:extLst>
          </p:cNvPr>
          <p:cNvGrpSpPr/>
          <p:nvPr/>
        </p:nvGrpSpPr>
        <p:grpSpPr>
          <a:xfrm>
            <a:off x="9800969" y="1209275"/>
            <a:ext cx="1771434" cy="2957006"/>
            <a:chOff x="10049303" y="918721"/>
            <a:chExt cx="1771434" cy="295700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28F45127-4AE4-04FA-2994-BD7B4A57D692}"/>
                </a:ext>
              </a:extLst>
            </p:cNvPr>
            <p:cNvSpPr/>
            <p:nvPr/>
          </p:nvSpPr>
          <p:spPr>
            <a:xfrm>
              <a:off x="11553837" y="1433253"/>
              <a:ext cx="140838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CA62427-C628-3C21-7008-96B58EAB4D2E}"/>
                </a:ext>
              </a:extLst>
            </p:cNvPr>
            <p:cNvSpPr/>
            <p:nvPr/>
          </p:nvSpPr>
          <p:spPr>
            <a:xfrm>
              <a:off x="10749421" y="1433253"/>
              <a:ext cx="154867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D71F671-8656-01D1-D628-32AA0F98E28D}"/>
                </a:ext>
              </a:extLst>
            </p:cNvPr>
            <p:cNvSpPr/>
            <p:nvPr/>
          </p:nvSpPr>
          <p:spPr>
            <a:xfrm>
              <a:off x="10079005" y="1433253"/>
              <a:ext cx="170861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C714722-DE8D-0095-3A49-97341271F28D}"/>
                </a:ext>
              </a:extLst>
            </p:cNvPr>
            <p:cNvSpPr/>
            <p:nvPr/>
          </p:nvSpPr>
          <p:spPr>
            <a:xfrm>
              <a:off x="11000029" y="1433253"/>
              <a:ext cx="136429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763C19E-752B-B6D4-844A-181130B80675}"/>
                </a:ext>
              </a:extLst>
            </p:cNvPr>
            <p:cNvSpPr/>
            <p:nvPr/>
          </p:nvSpPr>
          <p:spPr>
            <a:xfrm>
              <a:off x="10444978" y="1433253"/>
              <a:ext cx="202994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C5C9EF5-106F-579F-91DB-A592DF030994}"/>
                </a:ext>
              </a:extLst>
            </p:cNvPr>
            <p:cNvSpPr/>
            <p:nvPr/>
          </p:nvSpPr>
          <p:spPr>
            <a:xfrm>
              <a:off x="11252766" y="1433253"/>
              <a:ext cx="202994" cy="18236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A0E8590-9804-D289-6ACE-87CDC631F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6739" y="2111729"/>
              <a:ext cx="1763998" cy="1763998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F87C201-6ADB-C911-6DE6-1337D3C180C5}"/>
                </a:ext>
              </a:extLst>
            </p:cNvPr>
            <p:cNvSpPr/>
            <p:nvPr/>
          </p:nvSpPr>
          <p:spPr>
            <a:xfrm>
              <a:off x="10049303" y="1568581"/>
              <a:ext cx="1771434" cy="350623"/>
            </a:xfrm>
            <a:prstGeom prst="rect">
              <a:avLst/>
            </a:prstGeom>
            <a:solidFill>
              <a:srgbClr val="C7CB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PDMS</a:t>
              </a:r>
              <a:endParaRPr lang="ko-KR" alt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8A24D3C-F42A-74B4-8A1F-D985B8AF65F9}"/>
                </a:ext>
              </a:extLst>
            </p:cNvPr>
            <p:cNvSpPr/>
            <p:nvPr/>
          </p:nvSpPr>
          <p:spPr>
            <a:xfrm>
              <a:off x="10049303" y="1519930"/>
              <a:ext cx="1771434" cy="5562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D5DD0B1-67F4-98BC-26E4-D8AF9274611D}"/>
                </a:ext>
              </a:extLst>
            </p:cNvPr>
            <p:cNvSpPr txBox="1"/>
            <p:nvPr/>
          </p:nvSpPr>
          <p:spPr>
            <a:xfrm>
              <a:off x="10049303" y="918721"/>
              <a:ext cx="17714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Arial" panose="020B0604020202020204" pitchFamily="34" charset="0"/>
                  <a:cs typeface="Arial" panose="020B0604020202020204" pitchFamily="34" charset="0"/>
                </a:rPr>
                <a:t>SC + BC</a:t>
              </a:r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8" name="개체 37">
            <a:extLst>
              <a:ext uri="{FF2B5EF4-FFF2-40B4-BE49-F238E27FC236}">
                <a16:creationId xmlns:a16="http://schemas.microsoft.com/office/drawing/2014/main" id="{9E022971-F129-74AB-1108-A2DECB1E83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38444"/>
              </p:ext>
            </p:extLst>
          </p:nvPr>
        </p:nvGraphicFramePr>
        <p:xfrm>
          <a:off x="3734745" y="4074684"/>
          <a:ext cx="3901005" cy="3252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4259165" imgH="3545918" progId="Origin50.Graph">
                  <p:embed/>
                </p:oleObj>
              </mc:Choice>
              <mc:Fallback>
                <p:oleObj name="Graph" r:id="rId5" imgW="4259165" imgH="3545918" progId="Origin50.Graph">
                  <p:embed/>
                  <p:pic>
                    <p:nvPicPr>
                      <p:cNvPr id="140" name="개체 139">
                        <a:extLst>
                          <a:ext uri="{FF2B5EF4-FFF2-40B4-BE49-F238E27FC236}">
                            <a16:creationId xmlns:a16="http://schemas.microsoft.com/office/drawing/2014/main" id="{DBB6FD69-101B-56A5-4ECB-DDB2AD0B9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34745" y="4074684"/>
                        <a:ext cx="3901005" cy="3252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개체 38">
            <a:extLst>
              <a:ext uri="{FF2B5EF4-FFF2-40B4-BE49-F238E27FC236}">
                <a16:creationId xmlns:a16="http://schemas.microsoft.com/office/drawing/2014/main" id="{1F0B59AF-0955-F530-F7D9-6C58A34E0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948164"/>
              </p:ext>
            </p:extLst>
          </p:nvPr>
        </p:nvGraphicFramePr>
        <p:xfrm>
          <a:off x="7378700" y="4170887"/>
          <a:ext cx="48133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969026" imgH="2127551" progId="Origin50.Graph">
                  <p:embed/>
                </p:oleObj>
              </mc:Choice>
              <mc:Fallback>
                <p:oleObj name="Graph" r:id="rId7" imgW="4969026" imgH="2127551" progId="Origin50.Graph">
                  <p:embed/>
                  <p:pic>
                    <p:nvPicPr>
                      <p:cNvPr id="141" name="개체 140">
                        <a:extLst>
                          <a:ext uri="{FF2B5EF4-FFF2-40B4-BE49-F238E27FC236}">
                            <a16:creationId xmlns:a16="http://schemas.microsoft.com/office/drawing/2014/main" id="{A33D974E-E8E7-705F-EACB-C5410C0E97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78700" y="4170887"/>
                        <a:ext cx="4813300" cy="206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개체 39">
            <a:extLst>
              <a:ext uri="{FF2B5EF4-FFF2-40B4-BE49-F238E27FC236}">
                <a16:creationId xmlns:a16="http://schemas.microsoft.com/office/drawing/2014/main" id="{B53952C3-7E6C-D525-B5C8-AC0857A8F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730827"/>
              </p:ext>
            </p:extLst>
          </p:nvPr>
        </p:nvGraphicFramePr>
        <p:xfrm>
          <a:off x="7378700" y="5276283"/>
          <a:ext cx="48133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969026" imgH="2127551" progId="Origin50.Graph">
                  <p:embed/>
                </p:oleObj>
              </mc:Choice>
              <mc:Fallback>
                <p:oleObj name="Graph" r:id="rId9" imgW="4969026" imgH="2127551" progId="Origin50.Graph">
                  <p:embed/>
                  <p:pic>
                    <p:nvPicPr>
                      <p:cNvPr id="143" name="개체 142">
                        <a:extLst>
                          <a:ext uri="{FF2B5EF4-FFF2-40B4-BE49-F238E27FC236}">
                            <a16:creationId xmlns:a16="http://schemas.microsoft.com/office/drawing/2014/main" id="{06823FCF-E5F8-C7CC-3EF0-C220C3D73A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78700" y="5276283"/>
                        <a:ext cx="4813300" cy="206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1B3DADFC-F3CB-C7E1-F33E-84B96211A35C}"/>
              </a:ext>
            </a:extLst>
          </p:cNvPr>
          <p:cNvSpPr txBox="1"/>
          <p:nvPr/>
        </p:nvSpPr>
        <p:spPr>
          <a:xfrm>
            <a:off x="8211722" y="4333737"/>
            <a:ext cx="291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Only SC (10% Strain)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1DF9C3-BEC9-7883-BAF8-70920A96B365}"/>
              </a:ext>
            </a:extLst>
          </p:cNvPr>
          <p:cNvSpPr txBox="1"/>
          <p:nvPr/>
        </p:nvSpPr>
        <p:spPr>
          <a:xfrm>
            <a:off x="8211722" y="5480784"/>
            <a:ext cx="2911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SC + BC (10% Strain)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7E9832A-A92E-3F52-BBE7-12F743C10A7C}"/>
              </a:ext>
            </a:extLst>
          </p:cNvPr>
          <p:cNvCxnSpPr/>
          <p:nvPr/>
        </p:nvCxnSpPr>
        <p:spPr>
          <a:xfrm>
            <a:off x="5909177" y="4348259"/>
            <a:ext cx="0" cy="219613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D84B4B1-CB3A-48B1-6E82-3B470CF1A992}"/>
              </a:ext>
            </a:extLst>
          </p:cNvPr>
          <p:cNvSpPr txBox="1"/>
          <p:nvPr/>
        </p:nvSpPr>
        <p:spPr>
          <a:xfrm>
            <a:off x="5727558" y="4575135"/>
            <a:ext cx="1890438" cy="25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ffectLst>
                  <a:glow rad="127000">
                    <a:srgbClr val="FF0000">
                      <a:alpha val="95000"/>
                    </a:srgbClr>
                  </a:glow>
                </a:effectLst>
                <a:latin typeface="Arial" panose="020B0604020202020204" pitchFamily="34" charset="0"/>
                <a:ea typeface="Noto Sans KR" panose="020B0200000000000000" pitchFamily="50" charset="-127"/>
                <a:cs typeface="Arial" panose="020B0604020202020204" pitchFamily="34" charset="0"/>
              </a:rPr>
              <a:t>Physical attack</a:t>
            </a:r>
            <a:endParaRPr lang="ko-KR" altLang="en-US" sz="1200" dirty="0">
              <a:solidFill>
                <a:schemeClr val="bg1"/>
              </a:solidFill>
              <a:effectLst>
                <a:glow rad="127000">
                  <a:srgbClr val="FF0000">
                    <a:alpha val="95000"/>
                  </a:srgb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95222B5-CB02-12B2-4159-D6CE13935452}"/>
              </a:ext>
            </a:extLst>
          </p:cNvPr>
          <p:cNvGrpSpPr/>
          <p:nvPr/>
        </p:nvGrpSpPr>
        <p:grpSpPr>
          <a:xfrm>
            <a:off x="222877" y="4348468"/>
            <a:ext cx="3706572" cy="2418137"/>
            <a:chOff x="240034" y="7262467"/>
            <a:chExt cx="4072938" cy="2657151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C1F6567B-1AA2-694D-77D7-A32B6E069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9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3731" y="7262467"/>
              <a:ext cx="3537166" cy="2657151"/>
            </a:xfrm>
            <a:prstGeom prst="rect">
              <a:avLst/>
            </a:prstGeom>
            <a:effectLst>
              <a:softEdge rad="31750"/>
            </a:effec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5E1F80-A9E6-BC49-DB76-FDD6B2E1B579}"/>
                </a:ext>
              </a:extLst>
            </p:cNvPr>
            <p:cNvSpPr txBox="1"/>
            <p:nvPr/>
          </p:nvSpPr>
          <p:spPr>
            <a:xfrm>
              <a:off x="1749304" y="7893689"/>
              <a:ext cx="20772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effectLst>
                    <a:glow rad="127000">
                      <a:srgbClr val="FF0000">
                        <a:alpha val="95000"/>
                      </a:srgbClr>
                    </a:glow>
                  </a:effectLst>
                  <a:latin typeface="Arial" panose="020B0604020202020204" pitchFamily="34" charset="0"/>
                  <a:ea typeface="Noto Sans KR" panose="020B0200000000000000" pitchFamily="50" charset="-127"/>
                  <a:cs typeface="Arial" panose="020B0604020202020204" pitchFamily="34" charset="0"/>
                </a:rPr>
                <a:t>Physical attack</a:t>
              </a:r>
              <a:endParaRPr lang="ko-KR" altLang="en-US" sz="1200" dirty="0">
                <a:solidFill>
                  <a:schemeClr val="bg1"/>
                </a:solidFill>
                <a:effectLst>
                  <a:glow rad="127000">
                    <a:srgbClr val="FF0000">
                      <a:alpha val="95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313F788-871B-0BC0-3517-7DE02B169021}"/>
                </a:ext>
              </a:extLst>
            </p:cNvPr>
            <p:cNvSpPr txBox="1"/>
            <p:nvPr/>
          </p:nvSpPr>
          <p:spPr>
            <a:xfrm>
              <a:off x="240034" y="7472233"/>
              <a:ext cx="20772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ffectLst>
                    <a:glow rad="101600">
                      <a:srgbClr val="0070C0">
                        <a:alpha val="95000"/>
                      </a:srgbClr>
                    </a:glow>
                  </a:effectLst>
                  <a:latin typeface="Arial" panose="020B0604020202020204" pitchFamily="34" charset="0"/>
                  <a:ea typeface="Noto Sans KR" panose="020B0200000000000000" pitchFamily="50" charset="-127"/>
                  <a:cs typeface="Arial" panose="020B0604020202020204" pitchFamily="34" charset="0"/>
                </a:rPr>
                <a:t>Dense </a:t>
              </a:r>
              <a:r>
                <a:rPr lang="en-US" altLang="ko-KR" sz="1200" dirty="0" err="1">
                  <a:solidFill>
                    <a:schemeClr val="bg1"/>
                  </a:solidFill>
                  <a:effectLst>
                    <a:glow rad="101600">
                      <a:srgbClr val="0070C0">
                        <a:alpha val="95000"/>
                      </a:srgbClr>
                    </a:glow>
                  </a:effectLst>
                  <a:latin typeface="Arial" panose="020B0604020202020204" pitchFamily="34" charset="0"/>
                  <a:ea typeface="Noto Sans KR" panose="020B0200000000000000" pitchFamily="50" charset="-127"/>
                  <a:cs typeface="Arial" panose="020B0604020202020204" pitchFamily="34" charset="0"/>
                </a:rPr>
                <a:t>AgNW</a:t>
              </a:r>
              <a:endParaRPr lang="ko-KR" altLang="en-US" sz="1200" dirty="0">
                <a:solidFill>
                  <a:schemeClr val="bg1"/>
                </a:solidFill>
                <a:effectLst>
                  <a:glow rad="101600">
                    <a:srgbClr val="0070C0">
                      <a:alpha val="95000"/>
                    </a:srgb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54869EE-CB2C-9D6D-6D14-39999DC61950}"/>
                </a:ext>
              </a:extLst>
            </p:cNvPr>
            <p:cNvSpPr txBox="1"/>
            <p:nvPr/>
          </p:nvSpPr>
          <p:spPr>
            <a:xfrm>
              <a:off x="2301678" y="9118502"/>
              <a:ext cx="201129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ffectLst>
                    <a:glow rad="101600">
                      <a:srgbClr val="FF8E11"/>
                    </a:glow>
                  </a:effectLst>
                  <a:latin typeface="Arial" panose="020B0604020202020204" pitchFamily="34" charset="0"/>
                  <a:ea typeface="Noto Sans KR" panose="020B0200000000000000" pitchFamily="50" charset="-127"/>
                  <a:cs typeface="Arial" panose="020B0604020202020204" pitchFamily="34" charset="0"/>
                </a:rPr>
                <a:t>Stretched </a:t>
              </a:r>
              <a:r>
                <a:rPr lang="en-US" altLang="ko-KR" sz="1200" dirty="0" err="1">
                  <a:solidFill>
                    <a:schemeClr val="bg1"/>
                  </a:solidFill>
                  <a:effectLst>
                    <a:glow rad="101600">
                      <a:srgbClr val="FF8E11"/>
                    </a:glow>
                  </a:effectLst>
                  <a:latin typeface="Arial" panose="020B0604020202020204" pitchFamily="34" charset="0"/>
                  <a:ea typeface="Noto Sans KR" panose="020B0200000000000000" pitchFamily="50" charset="-127"/>
                  <a:cs typeface="Arial" panose="020B0604020202020204" pitchFamily="34" charset="0"/>
                </a:rPr>
                <a:t>AgNW</a:t>
              </a:r>
              <a:endParaRPr lang="ko-KR" altLang="en-US" sz="1200" dirty="0">
                <a:solidFill>
                  <a:schemeClr val="bg1"/>
                </a:solidFill>
                <a:effectLst>
                  <a:glow rad="101600">
                    <a:srgbClr val="FF8E1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018C474-6EBF-4862-241F-BD9A5F530C63}"/>
              </a:ext>
            </a:extLst>
          </p:cNvPr>
          <p:cNvGrpSpPr/>
          <p:nvPr/>
        </p:nvGrpSpPr>
        <p:grpSpPr>
          <a:xfrm>
            <a:off x="-240878" y="1496003"/>
            <a:ext cx="4241280" cy="2599730"/>
            <a:chOff x="699020" y="1318507"/>
            <a:chExt cx="4241280" cy="259973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538C0FC-39AB-F2EE-CFD9-4A8CA55968FD}"/>
                </a:ext>
              </a:extLst>
            </p:cNvPr>
            <p:cNvGrpSpPr/>
            <p:nvPr/>
          </p:nvGrpSpPr>
          <p:grpSpPr>
            <a:xfrm>
              <a:off x="699020" y="1517053"/>
              <a:ext cx="4241280" cy="2401184"/>
              <a:chOff x="699020" y="1643989"/>
              <a:chExt cx="3188203" cy="2274247"/>
            </a:xfrm>
          </p:grpSpPr>
          <p:sp>
            <p:nvSpPr>
              <p:cNvPr id="61" name="사다리꼴 60">
                <a:extLst>
                  <a:ext uri="{FF2B5EF4-FFF2-40B4-BE49-F238E27FC236}">
                    <a16:creationId xmlns:a16="http://schemas.microsoft.com/office/drawing/2014/main" id="{D4B6628A-EECE-0DD7-B1DB-1D44D9ED6888}"/>
                  </a:ext>
                </a:extLst>
              </p:cNvPr>
              <p:cNvSpPr/>
              <p:nvPr/>
            </p:nvSpPr>
            <p:spPr>
              <a:xfrm>
                <a:off x="2199567" y="2058248"/>
                <a:ext cx="1570449" cy="1859988"/>
              </a:xfrm>
              <a:prstGeom prst="trapezoid">
                <a:avLst>
                  <a:gd name="adj" fmla="val 15885"/>
                </a:avLst>
              </a:prstGeom>
              <a:solidFill>
                <a:srgbClr val="D99D9D"/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2349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사다리꼴 55">
                <a:extLst>
                  <a:ext uri="{FF2B5EF4-FFF2-40B4-BE49-F238E27FC236}">
                    <a16:creationId xmlns:a16="http://schemas.microsoft.com/office/drawing/2014/main" id="{B2E40808-65B9-25A0-2863-652904FE441D}"/>
                  </a:ext>
                </a:extLst>
              </p:cNvPr>
              <p:cNvSpPr/>
              <p:nvPr/>
            </p:nvSpPr>
            <p:spPr>
              <a:xfrm>
                <a:off x="2199567" y="1932659"/>
                <a:ext cx="1570449" cy="1859988"/>
              </a:xfrm>
              <a:prstGeom prst="trapezoid">
                <a:avLst>
                  <a:gd name="adj" fmla="val 15885"/>
                </a:avLst>
              </a:prstGeom>
              <a:solidFill>
                <a:srgbClr val="BCC4D6"/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127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사다리꼴 53">
                <a:extLst>
                  <a:ext uri="{FF2B5EF4-FFF2-40B4-BE49-F238E27FC236}">
                    <a16:creationId xmlns:a16="http://schemas.microsoft.com/office/drawing/2014/main" id="{4B356505-458E-0D0B-883A-1F8F04EDB17C}"/>
                  </a:ext>
                </a:extLst>
              </p:cNvPr>
              <p:cNvSpPr/>
              <p:nvPr/>
            </p:nvSpPr>
            <p:spPr>
              <a:xfrm>
                <a:off x="2199567" y="1856736"/>
                <a:ext cx="1570449" cy="1859988"/>
              </a:xfrm>
              <a:prstGeom prst="trapezoid">
                <a:avLst>
                  <a:gd name="adj" fmla="val 15885"/>
                </a:avLst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63500">
                <a:bevelT w="120650" h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7387D593-CACD-86B1-034E-10507697F463}"/>
                  </a:ext>
                </a:extLst>
              </p:cNvPr>
              <p:cNvSpPr/>
              <p:nvPr/>
            </p:nvSpPr>
            <p:spPr>
              <a:xfrm>
                <a:off x="3069200" y="1957228"/>
                <a:ext cx="645068" cy="1599436"/>
              </a:xfrm>
              <a:custGeom>
                <a:avLst/>
                <a:gdLst>
                  <a:gd name="csX0" fmla="*/ 0 w 831685"/>
                  <a:gd name="csY0" fmla="*/ 0 h 1999893"/>
                  <a:gd name="csX1" fmla="*/ 555105 w 831685"/>
                  <a:gd name="csY1" fmla="*/ 0 h 1999893"/>
                  <a:gd name="csX2" fmla="*/ 831685 w 831685"/>
                  <a:gd name="csY2" fmla="*/ 1999893 h 1999893"/>
                  <a:gd name="csX3" fmla="*/ 0 w 831685"/>
                  <a:gd name="csY3" fmla="*/ 1999893 h 19998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685" h="1999893">
                    <a:moveTo>
                      <a:pt x="0" y="0"/>
                    </a:moveTo>
                    <a:lnTo>
                      <a:pt x="555105" y="0"/>
                    </a:lnTo>
                    <a:lnTo>
                      <a:pt x="831685" y="1999893"/>
                    </a:lnTo>
                    <a:lnTo>
                      <a:pt x="0" y="1999893"/>
                    </a:lnTo>
                    <a:close/>
                  </a:path>
                </a:pathLst>
              </a:custGeom>
              <a:solidFill>
                <a:schemeClr val="bg2">
                  <a:lumMod val="50000"/>
                  <a:alpha val="50000"/>
                </a:schemeClr>
              </a:solidFill>
              <a:ln>
                <a:noFill/>
              </a:ln>
              <a:scene3d>
                <a:camera prst="orthographicFront">
                  <a:rot lat="17100000" lon="0" rev="0"/>
                </a:camera>
                <a:lightRig rig="threePt" dir="t"/>
              </a:scene3d>
              <a:sp3d extrusionH="25400"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5B6E4CC0-C10B-58E2-0BE6-50C60972F51F}"/>
                  </a:ext>
                </a:extLst>
              </p:cNvPr>
              <p:cNvSpPr/>
              <p:nvPr/>
            </p:nvSpPr>
            <p:spPr>
              <a:xfrm>
                <a:off x="2855510" y="2443610"/>
                <a:ext cx="217215" cy="129964"/>
              </a:xfrm>
              <a:custGeom>
                <a:avLst/>
                <a:gdLst>
                  <a:gd name="csX0" fmla="*/ 199304 w 673910"/>
                  <a:gd name="csY0" fmla="*/ 0 h 351577"/>
                  <a:gd name="csX1" fmla="*/ 474605 w 673910"/>
                  <a:gd name="csY1" fmla="*/ 0 h 351577"/>
                  <a:gd name="csX2" fmla="*/ 514937 w 673910"/>
                  <a:gd name="csY2" fmla="*/ 139650 h 351577"/>
                  <a:gd name="csX3" fmla="*/ 666910 w 673910"/>
                  <a:gd name="csY3" fmla="*/ 347960 h 351577"/>
                  <a:gd name="csX4" fmla="*/ 673910 w 673910"/>
                  <a:gd name="csY4" fmla="*/ 351577 h 351577"/>
                  <a:gd name="csX5" fmla="*/ 0 w 673910"/>
                  <a:gd name="csY5" fmla="*/ 351577 h 351577"/>
                  <a:gd name="csX6" fmla="*/ 7000 w 673910"/>
                  <a:gd name="csY6" fmla="*/ 347960 h 351577"/>
                  <a:gd name="csX7" fmla="*/ 158973 w 673910"/>
                  <a:gd name="csY7" fmla="*/ 139650 h 3515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73910" h="351577">
                    <a:moveTo>
                      <a:pt x="199304" y="0"/>
                    </a:moveTo>
                    <a:lnTo>
                      <a:pt x="474605" y="0"/>
                    </a:lnTo>
                    <a:lnTo>
                      <a:pt x="514937" y="139650"/>
                    </a:lnTo>
                    <a:cubicBezTo>
                      <a:pt x="552181" y="231414"/>
                      <a:pt x="604922" y="304318"/>
                      <a:pt x="666910" y="347960"/>
                    </a:cubicBezTo>
                    <a:lnTo>
                      <a:pt x="673910" y="351577"/>
                    </a:lnTo>
                    <a:lnTo>
                      <a:pt x="0" y="351577"/>
                    </a:lnTo>
                    <a:lnTo>
                      <a:pt x="7000" y="347960"/>
                    </a:lnTo>
                    <a:cubicBezTo>
                      <a:pt x="68987" y="304318"/>
                      <a:pt x="121728" y="231414"/>
                      <a:pt x="158973" y="13965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84593CB7-8969-7558-E992-A6116EC3A9A9}"/>
                  </a:ext>
                </a:extLst>
              </p:cNvPr>
              <p:cNvSpPr/>
              <p:nvPr/>
            </p:nvSpPr>
            <p:spPr>
              <a:xfrm>
                <a:off x="2856173" y="2573574"/>
                <a:ext cx="217214" cy="42748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F311F85-C140-2FEF-5335-8C3994022FCA}"/>
                  </a:ext>
                </a:extLst>
              </p:cNvPr>
              <p:cNvSpPr txBox="1"/>
              <p:nvPr/>
            </p:nvSpPr>
            <p:spPr>
              <a:xfrm>
                <a:off x="2041011" y="1643989"/>
                <a:ext cx="1846212" cy="349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Blade coating</a:t>
                </a:r>
                <a:endParaRPr lang="ko-KR" alt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FF43747-D438-0B76-7BEA-A24170C62D7A}"/>
                  </a:ext>
                </a:extLst>
              </p:cNvPr>
              <p:cNvSpPr txBox="1"/>
              <p:nvPr/>
            </p:nvSpPr>
            <p:spPr>
              <a:xfrm>
                <a:off x="1613720" y="1991631"/>
                <a:ext cx="1771434" cy="437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effectLst>
                      <a:glow rad="127000">
                        <a:schemeClr val="bg1"/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Coating direction</a:t>
                </a:r>
              </a:p>
              <a:p>
                <a:pPr algn="ctr"/>
                <a:r>
                  <a:rPr lang="en-US" altLang="ko-KR" sz="1200" dirty="0">
                    <a:effectLst>
                      <a:glow rad="127000">
                        <a:schemeClr val="bg1"/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----------- </a:t>
                </a:r>
                <a:endParaRPr lang="ko-KR" altLang="en-US" sz="1200" dirty="0">
                  <a:effectLst>
                    <a:glow rad="127000">
                      <a:schemeClr val="bg1"/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218C0AA-F2B7-E7BE-6A18-EF0FDEF7537B}"/>
                  </a:ext>
                </a:extLst>
              </p:cNvPr>
              <p:cNvSpPr txBox="1"/>
              <p:nvPr/>
            </p:nvSpPr>
            <p:spPr>
              <a:xfrm>
                <a:off x="699020" y="2720424"/>
                <a:ext cx="2683981" cy="23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dirty="0">
                    <a:solidFill>
                      <a:srgbClr val="FF0000"/>
                    </a:solidFill>
                    <a:effectLst>
                      <a:glow rad="127000">
                        <a:schemeClr val="bg1"/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Substrate Temperature = 60</a:t>
                </a:r>
                <a:r>
                  <a:rPr lang="en-US" altLang="ko-KR" sz="1000" dirty="0">
                    <a:solidFill>
                      <a:srgbClr val="FF0000"/>
                    </a:solidFill>
                    <a:effectLst>
                      <a:glow rad="127000">
                        <a:schemeClr val="bg1"/>
                      </a:glow>
                    </a:effectLst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°</a:t>
                </a:r>
                <a:r>
                  <a:rPr lang="en-US" altLang="ko-KR" sz="1000" dirty="0">
                    <a:solidFill>
                      <a:srgbClr val="FF0000"/>
                    </a:solidFill>
                    <a:effectLst>
                      <a:glow rad="127000">
                        <a:schemeClr val="bg1"/>
                      </a:glo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ko-KR" altLang="en-US" sz="1000" dirty="0">
                  <a:solidFill>
                    <a:srgbClr val="FF0000"/>
                  </a:solidFill>
                  <a:effectLst>
                    <a:glow rad="127000">
                      <a:schemeClr val="bg1"/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0" name="사다리꼴 59">
              <a:extLst>
                <a:ext uri="{FF2B5EF4-FFF2-40B4-BE49-F238E27FC236}">
                  <a16:creationId xmlns:a16="http://schemas.microsoft.com/office/drawing/2014/main" id="{7ECC72BB-F638-5908-DA68-B469145A8EF8}"/>
                </a:ext>
              </a:extLst>
            </p:cNvPr>
            <p:cNvSpPr/>
            <p:nvPr/>
          </p:nvSpPr>
          <p:spPr>
            <a:xfrm>
              <a:off x="3680732" y="1318507"/>
              <a:ext cx="108025" cy="1963803"/>
            </a:xfrm>
            <a:prstGeom prst="trapezoid">
              <a:avLst>
                <a:gd name="adj" fmla="val 1588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>
                <a:rot lat="17100000" lon="0" rev="0"/>
              </a:camera>
              <a:lightRig rig="threePt" dir="t">
                <a:rot lat="0" lon="0" rev="1800000"/>
              </a:lightRig>
            </a:scene3d>
            <a:sp3d extrusionH="381000"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25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23209-18AC-5C68-D17C-7B2F8810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2F78AE-5E5E-7B78-A4B0-BDAC766C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1CB27-5F48-E010-BFFD-A035F04FBEB8}"/>
              </a:ext>
            </a:extLst>
          </p:cNvPr>
          <p:cNvSpPr txBox="1"/>
          <p:nvPr/>
        </p:nvSpPr>
        <p:spPr>
          <a:xfrm>
            <a:off x="6740306" y="3123312"/>
            <a:ext cx="4815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i="0" u="none" strike="noStrike" baseline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(D) 0% strain</a:t>
            </a:r>
            <a:r>
              <a:rPr lang="en-US" altLang="ko-KR" sz="1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</a:t>
            </a:r>
            <a:r>
              <a:rPr lang="en-US" altLang="ko-KR" sz="1000" b="0" i="0" u="none" strike="noStrike" baseline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(E) 8% strain and                               (F) 10% strain</a:t>
            </a:r>
            <a:endParaRPr lang="ko-KR" altLang="en-US" sz="1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228A1C8-2A77-6BF3-540F-19E16B6DD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26" y="1851266"/>
            <a:ext cx="5409413" cy="125388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B4025B-213A-193E-782B-6B39239C42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29" b="14474"/>
          <a:stretch/>
        </p:blipFill>
        <p:spPr>
          <a:xfrm>
            <a:off x="6608990" y="3395447"/>
            <a:ext cx="4429743" cy="65519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2E5AD79-1E35-7EC3-2907-DF092C952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169" y="4331971"/>
            <a:ext cx="4815564" cy="1318912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8B5F4DD1-AFA5-5E25-39BB-E1A5ECE65DD3}"/>
              </a:ext>
            </a:extLst>
          </p:cNvPr>
          <p:cNvGrpSpPr/>
          <p:nvPr/>
        </p:nvGrpSpPr>
        <p:grpSpPr>
          <a:xfrm>
            <a:off x="244182" y="3281923"/>
            <a:ext cx="6012408" cy="3439552"/>
            <a:chOff x="17753" y="3246930"/>
            <a:chExt cx="6012408" cy="343955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7EDC7ED-A7A2-318E-F1C7-EB7794EEA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0354"/>
            <a:stretch/>
          </p:blipFill>
          <p:spPr>
            <a:xfrm>
              <a:off x="17753" y="3246930"/>
              <a:ext cx="3904977" cy="3109420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6256C2-45CD-1AD3-7A2F-7616AD9E8323}"/>
                </a:ext>
              </a:extLst>
            </p:cNvPr>
            <p:cNvGrpSpPr/>
            <p:nvPr/>
          </p:nvGrpSpPr>
          <p:grpSpPr>
            <a:xfrm>
              <a:off x="3904977" y="4745725"/>
              <a:ext cx="1826711" cy="1072483"/>
              <a:chOff x="8704311" y="1608700"/>
              <a:chExt cx="1826711" cy="1072483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0C07DF-9BA7-F534-A69F-9E4A1CDBF6B1}"/>
                  </a:ext>
                </a:extLst>
              </p:cNvPr>
              <p:cNvSpPr txBox="1"/>
              <p:nvPr/>
            </p:nvSpPr>
            <p:spPr>
              <a:xfrm>
                <a:off x="8722064" y="1819409"/>
                <a:ext cx="1291701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AgNWs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: Graphene</a:t>
                </a:r>
              </a:p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1 : 4</a:t>
                </a:r>
              </a:p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1 : 2</a:t>
                </a:r>
              </a:p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1 : 1</a:t>
                </a:r>
              </a:p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           2 : 1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6DAC0A-25C0-E2DB-0011-931BE079454F}"/>
                  </a:ext>
                </a:extLst>
              </p:cNvPr>
              <p:cNvSpPr txBox="1"/>
              <p:nvPr/>
            </p:nvSpPr>
            <p:spPr>
              <a:xfrm>
                <a:off x="10013765" y="1819409"/>
                <a:ext cx="51725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GF</a:t>
                </a:r>
                <a:r>
                  <a:rPr lang="en-US" altLang="ko-KR" sz="1000" baseline="-25000" dirty="0" err="1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max</a:t>
                </a:r>
                <a:endParaRPr lang="en-US" altLang="ko-KR" sz="1000" baseline="-25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algn="ctr"/>
                <a:r>
                  <a:rPr lang="en-US" altLang="ko-KR" sz="1000" dirty="0"/>
                  <a:t>57.3</a:t>
                </a:r>
                <a:endParaRPr lang="en-US" altLang="ko-KR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algn="ctr"/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29.6</a:t>
                </a:r>
              </a:p>
              <a:p>
                <a:pPr algn="ctr"/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24.6</a:t>
                </a:r>
              </a:p>
              <a:p>
                <a:pPr algn="ctr"/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14.3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7C64CF-4F74-8F42-DF0D-52E0DC350AC5}"/>
                  </a:ext>
                </a:extLst>
              </p:cNvPr>
              <p:cNvSpPr txBox="1"/>
              <p:nvPr/>
            </p:nvSpPr>
            <p:spPr>
              <a:xfrm>
                <a:off x="8704311" y="1608700"/>
                <a:ext cx="13716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GF = (</a:t>
                </a:r>
                <a:r>
                  <a:rPr lang="el-GR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Δ</a:t>
                </a:r>
                <a:r>
                  <a:rPr lang="en-US" altLang="ko-KR" sz="1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R/R0) /strain</a:t>
                </a:r>
                <a:endParaRPr lang="ko-KR" altLang="en-US" sz="1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DD7830-E0D2-AF2C-32C5-DF6195751531}"/>
                </a:ext>
              </a:extLst>
            </p:cNvPr>
            <p:cNvSpPr txBox="1"/>
            <p:nvPr/>
          </p:nvSpPr>
          <p:spPr>
            <a:xfrm>
              <a:off x="228469" y="6224817"/>
              <a:ext cx="58016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ko-KR" sz="1200" b="1" i="0" u="none" strike="noStrike" baseline="0" dirty="0">
                  <a:latin typeface="ArnoPro-Smbd"/>
                </a:rPr>
                <a:t>Figure 5. </a:t>
              </a:r>
              <a:r>
                <a:rPr lang="en-US" altLang="ko-KR" sz="1200" b="1" i="0" u="none" strike="noStrike" baseline="0" dirty="0">
                  <a:latin typeface="ArnoPro-Regular"/>
                </a:rPr>
                <a:t>(A) Relative resistance changes strain curves of strain sensors based on </a:t>
              </a:r>
              <a:r>
                <a:rPr lang="en-US" altLang="ko-KR" sz="1200" b="1" i="0" u="none" strike="noStrike" baseline="0" dirty="0" err="1">
                  <a:latin typeface="ArnoPro-Regular"/>
                </a:rPr>
                <a:t>AgNWs</a:t>
              </a:r>
              <a:r>
                <a:rPr lang="en-US" altLang="ko-KR" sz="1200" b="1" i="0" u="none" strike="noStrike" baseline="0" dirty="0">
                  <a:latin typeface="ArnoPro-Regular"/>
                </a:rPr>
                <a:t>/</a:t>
              </a:r>
            </a:p>
            <a:p>
              <a:pPr algn="l"/>
              <a:r>
                <a:rPr lang="en-US" altLang="ko-KR" sz="1200" b="1" i="0" u="none" strike="noStrike" baseline="0" dirty="0">
                  <a:latin typeface="ArnoPro-Regular"/>
                </a:rPr>
                <a:t>graphene mixed particles with different graphene and </a:t>
              </a:r>
              <a:r>
                <a:rPr lang="en-US" altLang="ko-KR" sz="1200" b="1" i="0" u="none" strike="noStrike" baseline="0" dirty="0" err="1">
                  <a:latin typeface="ArnoPro-Regular"/>
                </a:rPr>
                <a:t>AgNWs</a:t>
              </a:r>
              <a:r>
                <a:rPr lang="en-US" altLang="ko-KR" sz="1200" b="1" i="0" u="none" strike="noStrike" baseline="0" dirty="0">
                  <a:latin typeface="ArnoPro-Regular"/>
                </a:rPr>
                <a:t> mass ratios.</a:t>
              </a:r>
              <a:endParaRPr lang="ko-KR" altLang="en-US" sz="1200" b="1" dirty="0"/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F306A20A-7433-01D8-2917-11F96BA66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16" y="1366377"/>
            <a:ext cx="6256591" cy="181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19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1F92E-F8E3-262E-55F5-7D3EEF9F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F59C548-074E-8A1C-1D44-1F33403A2F61}"/>
              </a:ext>
            </a:extLst>
          </p:cNvPr>
          <p:cNvSpPr txBox="1"/>
          <p:nvPr/>
        </p:nvSpPr>
        <p:spPr>
          <a:xfrm>
            <a:off x="3341517" y="3817920"/>
            <a:ext cx="257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Authorized state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EFCCBB48-C399-5D11-2EB0-5C7478BB4B15}"/>
              </a:ext>
            </a:extLst>
          </p:cNvPr>
          <p:cNvSpPr/>
          <p:nvPr/>
        </p:nvSpPr>
        <p:spPr>
          <a:xfrm>
            <a:off x="3341517" y="4275669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1C6346C-1988-76B4-1F2A-E0F8863745BF}"/>
              </a:ext>
            </a:extLst>
          </p:cNvPr>
          <p:cNvSpPr/>
          <p:nvPr/>
        </p:nvSpPr>
        <p:spPr>
          <a:xfrm>
            <a:off x="6207354" y="4275668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7287357-6805-7CD3-CA9B-A6E4710D5643}"/>
              </a:ext>
            </a:extLst>
          </p:cNvPr>
          <p:cNvSpPr/>
          <p:nvPr/>
        </p:nvSpPr>
        <p:spPr>
          <a:xfrm>
            <a:off x="9073191" y="4275668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7B1677-3539-E771-1D84-CDDB01F7F894}"/>
              </a:ext>
            </a:extLst>
          </p:cNvPr>
          <p:cNvSpPr txBox="1"/>
          <p:nvPr/>
        </p:nvSpPr>
        <p:spPr>
          <a:xfrm>
            <a:off x="6207354" y="3817920"/>
            <a:ext cx="257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Privacy-lock state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CC884AA-E291-4544-9281-DAB288FB1468}"/>
              </a:ext>
            </a:extLst>
          </p:cNvPr>
          <p:cNvSpPr txBox="1"/>
          <p:nvPr/>
        </p:nvSpPr>
        <p:spPr>
          <a:xfrm>
            <a:off x="9073191" y="3817920"/>
            <a:ext cx="257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Unauthorized state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그림 103" descr="패턴, 스케치, 패브릭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6D1BE8-80ED-F8C9-245A-5579B72B3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93" y="4579008"/>
            <a:ext cx="1027565" cy="1027565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856694F-CA1C-9C99-4554-B5552E67828A}"/>
              </a:ext>
            </a:extLst>
          </p:cNvPr>
          <p:cNvSpPr/>
          <p:nvPr/>
        </p:nvSpPr>
        <p:spPr>
          <a:xfrm>
            <a:off x="3185160" y="1744517"/>
            <a:ext cx="8459071" cy="1964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68107E5-4016-18BC-E428-889C81D0AE6E}"/>
              </a:ext>
            </a:extLst>
          </p:cNvPr>
          <p:cNvSpPr txBox="1"/>
          <p:nvPr/>
        </p:nvSpPr>
        <p:spPr>
          <a:xfrm>
            <a:off x="3351520" y="1295911"/>
            <a:ext cx="4751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System decision workflow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7" name="그림 106" descr="패턴, 스케치, 패브릭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C3B1C1-272A-3385-0C3F-94F88A98F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152" y="4579008"/>
            <a:ext cx="1027565" cy="102756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FA08716C-D394-88D7-28CC-1FAAA4043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178" y="4570451"/>
            <a:ext cx="1036122" cy="1036122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4E1B84B0-DC7F-4EF3-99D1-75619D9F4432}"/>
              </a:ext>
            </a:extLst>
          </p:cNvPr>
          <p:cNvSpPr txBox="1"/>
          <p:nvPr/>
        </p:nvSpPr>
        <p:spPr>
          <a:xfrm>
            <a:off x="4534322" y="4294226"/>
            <a:ext cx="137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PUF key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25BC5A3-B701-3AE4-EE54-CD9B1A000CA6}"/>
              </a:ext>
            </a:extLst>
          </p:cNvPr>
          <p:cNvSpPr txBox="1"/>
          <p:nvPr/>
        </p:nvSpPr>
        <p:spPr>
          <a:xfrm>
            <a:off x="7418033" y="4294226"/>
            <a:ext cx="137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PUF key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715BE86-B52F-0AFC-E0C2-86061F27B2EB}"/>
              </a:ext>
            </a:extLst>
          </p:cNvPr>
          <p:cNvSpPr txBox="1"/>
          <p:nvPr/>
        </p:nvSpPr>
        <p:spPr>
          <a:xfrm>
            <a:off x="10244611" y="4294226"/>
            <a:ext cx="137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PUF key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88702-B3C3-AE82-D7A1-30DF6239DD5D}"/>
              </a:ext>
            </a:extLst>
          </p:cNvPr>
          <p:cNvSpPr txBox="1"/>
          <p:nvPr/>
        </p:nvSpPr>
        <p:spPr>
          <a:xfrm>
            <a:off x="4506179" y="4680698"/>
            <a:ext cx="137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101101...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B7AF857-C1FE-1F88-7B75-47CA83348EB8}"/>
              </a:ext>
            </a:extLst>
          </p:cNvPr>
          <p:cNvSpPr txBox="1"/>
          <p:nvPr/>
        </p:nvSpPr>
        <p:spPr>
          <a:xfrm>
            <a:off x="7466852" y="4680698"/>
            <a:ext cx="137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101101...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BE9588B-B92C-F6DA-C08E-1E69B8A2FCF6}"/>
              </a:ext>
            </a:extLst>
          </p:cNvPr>
          <p:cNvSpPr txBox="1"/>
          <p:nvPr/>
        </p:nvSpPr>
        <p:spPr>
          <a:xfrm>
            <a:off x="10244611" y="4680698"/>
            <a:ext cx="137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000110...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96C26F8-4C6F-9F2E-126B-AE929FB64529}"/>
              </a:ext>
            </a:extLst>
          </p:cNvPr>
          <p:cNvSpPr txBox="1"/>
          <p:nvPr/>
        </p:nvSpPr>
        <p:spPr>
          <a:xfrm>
            <a:off x="9269251" y="4262505"/>
            <a:ext cx="982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PUF 2</a:t>
            </a:r>
            <a:endParaRPr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97E24A3-8645-374C-1326-B3E2553700FA}"/>
              </a:ext>
            </a:extLst>
          </p:cNvPr>
          <p:cNvSpPr txBox="1"/>
          <p:nvPr/>
        </p:nvSpPr>
        <p:spPr>
          <a:xfrm>
            <a:off x="6420307" y="4262505"/>
            <a:ext cx="982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PUF 1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C0F6B16-F376-5490-477F-033920AD1C93}"/>
              </a:ext>
            </a:extLst>
          </p:cNvPr>
          <p:cNvSpPr txBox="1"/>
          <p:nvPr/>
        </p:nvSpPr>
        <p:spPr>
          <a:xfrm>
            <a:off x="3477323" y="4262505"/>
            <a:ext cx="982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PUF 1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B4795C00-AB76-EAB3-3FAB-2C90710538AD}"/>
              </a:ext>
            </a:extLst>
          </p:cNvPr>
          <p:cNvSpPr/>
          <p:nvPr/>
        </p:nvSpPr>
        <p:spPr>
          <a:xfrm>
            <a:off x="3341517" y="5957503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421BC72-1B9F-C4AF-79EF-5C9D34865EEB}"/>
              </a:ext>
            </a:extLst>
          </p:cNvPr>
          <p:cNvSpPr/>
          <p:nvPr/>
        </p:nvSpPr>
        <p:spPr>
          <a:xfrm>
            <a:off x="6207354" y="5957503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B9517A0-0A91-9EE1-F677-546629717F90}"/>
              </a:ext>
            </a:extLst>
          </p:cNvPr>
          <p:cNvSpPr/>
          <p:nvPr/>
        </p:nvSpPr>
        <p:spPr>
          <a:xfrm>
            <a:off x="9073191" y="5957503"/>
            <a:ext cx="2571040" cy="1388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FFE02CE7-79A9-C5CB-2D4B-C7E6CF137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67" y="1896918"/>
            <a:ext cx="2914921" cy="4116534"/>
          </a:xfrm>
          <a:prstGeom prst="rect">
            <a:avLst/>
          </a:prstGeom>
        </p:spPr>
      </p:pic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7C846EA1-C26D-A6CD-843E-EB00A55CB2C7}"/>
              </a:ext>
            </a:extLst>
          </p:cNvPr>
          <p:cNvGrpSpPr/>
          <p:nvPr/>
        </p:nvGrpSpPr>
        <p:grpSpPr>
          <a:xfrm>
            <a:off x="1231822" y="1690497"/>
            <a:ext cx="857328" cy="3022013"/>
            <a:chOff x="1585835" y="1334896"/>
            <a:chExt cx="581102" cy="3022013"/>
          </a:xfrm>
        </p:grpSpPr>
        <p:sp>
          <p:nvSpPr>
            <p:cNvPr id="123" name="사다리꼴 122">
              <a:extLst>
                <a:ext uri="{FF2B5EF4-FFF2-40B4-BE49-F238E27FC236}">
                  <a16:creationId xmlns:a16="http://schemas.microsoft.com/office/drawing/2014/main" id="{9E1915B2-452F-D6E9-9572-1F351A0AF29A}"/>
                </a:ext>
              </a:extLst>
            </p:cNvPr>
            <p:cNvSpPr/>
            <p:nvPr/>
          </p:nvSpPr>
          <p:spPr>
            <a:xfrm rot="10800000">
              <a:off x="1585835" y="1334896"/>
              <a:ext cx="581102" cy="741553"/>
            </a:xfrm>
            <a:prstGeom prst="trapezoid">
              <a:avLst/>
            </a:prstGeom>
            <a:solidFill>
              <a:srgbClr val="60FF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이등변 삼각형 123">
              <a:extLst>
                <a:ext uri="{FF2B5EF4-FFF2-40B4-BE49-F238E27FC236}">
                  <a16:creationId xmlns:a16="http://schemas.microsoft.com/office/drawing/2014/main" id="{16CE0E03-2540-EAB0-14DA-728C62A4174C}"/>
                </a:ext>
              </a:extLst>
            </p:cNvPr>
            <p:cNvSpPr/>
            <p:nvPr/>
          </p:nvSpPr>
          <p:spPr>
            <a:xfrm rot="10800000">
              <a:off x="1821837" y="3114675"/>
              <a:ext cx="110844" cy="1242234"/>
            </a:xfrm>
            <a:prstGeom prst="triangle">
              <a:avLst/>
            </a:prstGeom>
            <a:solidFill>
              <a:srgbClr val="60FF58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사다리꼴 124">
              <a:extLst>
                <a:ext uri="{FF2B5EF4-FFF2-40B4-BE49-F238E27FC236}">
                  <a16:creationId xmlns:a16="http://schemas.microsoft.com/office/drawing/2014/main" id="{F1FD2D41-06AD-C962-9823-23D6B72415FA}"/>
                </a:ext>
              </a:extLst>
            </p:cNvPr>
            <p:cNvSpPr/>
            <p:nvPr/>
          </p:nvSpPr>
          <p:spPr>
            <a:xfrm rot="10800000">
              <a:off x="1754937" y="2547935"/>
              <a:ext cx="242887" cy="566739"/>
            </a:xfrm>
            <a:prstGeom prst="trapezoid">
              <a:avLst/>
            </a:prstGeom>
            <a:solidFill>
              <a:srgbClr val="60FF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6" name="타원 125">
            <a:extLst>
              <a:ext uri="{FF2B5EF4-FFF2-40B4-BE49-F238E27FC236}">
                <a16:creationId xmlns:a16="http://schemas.microsoft.com/office/drawing/2014/main" id="{A45D4FE8-4DBA-2BD6-B2BD-43FE48E3EC6C}"/>
              </a:ext>
            </a:extLst>
          </p:cNvPr>
          <p:cNvSpPr/>
          <p:nvPr/>
        </p:nvSpPr>
        <p:spPr>
          <a:xfrm>
            <a:off x="1594647" y="4679000"/>
            <a:ext cx="131766" cy="125727"/>
          </a:xfrm>
          <a:prstGeom prst="ellipse">
            <a:avLst/>
          </a:prstGeom>
          <a:solidFill>
            <a:srgbClr val="60FF58"/>
          </a:solidFill>
          <a:ln>
            <a:noFill/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ffectLst>
                <a:glow rad="127000">
                  <a:srgbClr val="FF0000"/>
                </a:glow>
              </a:effectLst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834501-953A-AC1B-0FCC-16539C51261F}"/>
              </a:ext>
            </a:extLst>
          </p:cNvPr>
          <p:cNvGrpSpPr/>
          <p:nvPr/>
        </p:nvGrpSpPr>
        <p:grpSpPr>
          <a:xfrm>
            <a:off x="-154228" y="6304450"/>
            <a:ext cx="3387989" cy="2370667"/>
            <a:chOff x="78363" y="5864272"/>
            <a:chExt cx="3387989" cy="2370667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9F0FD79F-0AD3-E466-B917-5B4C8A950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01821">
              <a:off x="78363" y="6250896"/>
              <a:ext cx="3387989" cy="1905744"/>
            </a:xfrm>
            <a:prstGeom prst="rect">
              <a:avLst/>
            </a:prstGeom>
          </p:spPr>
        </p:pic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5E8C9A63-A75E-888A-067A-68243A7824DE}"/>
                </a:ext>
              </a:extLst>
            </p:cNvPr>
            <p:cNvSpPr/>
            <p:nvPr/>
          </p:nvSpPr>
          <p:spPr>
            <a:xfrm>
              <a:off x="1344146" y="5864272"/>
              <a:ext cx="1000330" cy="9934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Func</a:t>
              </a:r>
              <a:endParaRPr lang="en-US" altLang="ko-KR" dirty="0"/>
            </a:p>
            <a:p>
              <a:pPr algn="ctr"/>
              <a:r>
                <a:rPr lang="en-US" altLang="ko-KR" dirty="0"/>
                <a:t>#1</a:t>
              </a:r>
            </a:p>
            <a:p>
              <a:pPr algn="ctr"/>
              <a:r>
                <a:rPr lang="en-US" altLang="ko-KR" dirty="0"/>
                <a:t>(PUF)</a:t>
              </a:r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4FC794F-7376-7A77-0AD3-3C518F5F7591}"/>
                </a:ext>
              </a:extLst>
            </p:cNvPr>
            <p:cNvSpPr/>
            <p:nvPr/>
          </p:nvSpPr>
          <p:spPr>
            <a:xfrm>
              <a:off x="364722" y="7241517"/>
              <a:ext cx="1000330" cy="9934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Func</a:t>
              </a:r>
              <a:endParaRPr lang="en-US" altLang="ko-KR" dirty="0"/>
            </a:p>
            <a:p>
              <a:pPr algn="ctr"/>
              <a:r>
                <a:rPr lang="en-US" altLang="ko-KR" dirty="0"/>
                <a:t>#2</a:t>
              </a:r>
            </a:p>
            <a:p>
              <a:pPr algn="ctr"/>
              <a:r>
                <a:rPr lang="en-US" altLang="ko-KR" dirty="0"/>
                <a:t>(resist)</a:t>
              </a:r>
              <a:endParaRPr lang="ko-KR" altLang="en-US" dirty="0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4E5193AF-897E-09B9-632D-F476980046C3}"/>
                </a:ext>
              </a:extLst>
            </p:cNvPr>
            <p:cNvSpPr/>
            <p:nvPr/>
          </p:nvSpPr>
          <p:spPr>
            <a:xfrm>
              <a:off x="2316740" y="7241517"/>
              <a:ext cx="1000330" cy="9934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Func</a:t>
              </a:r>
              <a:br>
                <a:rPr lang="en-US" altLang="ko-KR" dirty="0"/>
              </a:br>
              <a:r>
                <a:rPr lang="en-US" altLang="ko-KR" dirty="0"/>
                <a:t>#3</a:t>
              </a:r>
            </a:p>
            <a:p>
              <a:pPr algn="ctr"/>
              <a:r>
                <a:rPr lang="en-US" altLang="ko-KR" dirty="0"/>
                <a:t>(</a:t>
              </a:r>
              <a:r>
                <a:rPr lang="en-US" altLang="ko-KR" dirty="0" err="1"/>
                <a:t>bioinfo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pic>
        <p:nvPicPr>
          <p:cNvPr id="132" name="그림 131">
            <a:extLst>
              <a:ext uri="{FF2B5EF4-FFF2-40B4-BE49-F238E27FC236}">
                <a16:creationId xmlns:a16="http://schemas.microsoft.com/office/drawing/2014/main" id="{9879C6EE-E619-2E2B-2D9B-E4BB5BA425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0608" y="6375406"/>
            <a:ext cx="1299052" cy="822948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AC640C7D-B1B0-EE03-F381-44EEE5836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152" y="6375406"/>
            <a:ext cx="1406134" cy="821944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F15831D6-6025-8D03-9037-A529108AC074}"/>
              </a:ext>
            </a:extLst>
          </p:cNvPr>
          <p:cNvSpPr txBox="1"/>
          <p:nvPr/>
        </p:nvSpPr>
        <p:spPr>
          <a:xfrm>
            <a:off x="6280250" y="5974318"/>
            <a:ext cx="1617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42C15AC-823D-CCCB-152D-A9E113E23CE3}"/>
              </a:ext>
            </a:extLst>
          </p:cNvPr>
          <p:cNvSpPr txBox="1"/>
          <p:nvPr/>
        </p:nvSpPr>
        <p:spPr>
          <a:xfrm>
            <a:off x="3336781" y="5981529"/>
            <a:ext cx="1617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E7526908-B3E9-42F7-A88E-5178E6CE16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8178" y="6401860"/>
            <a:ext cx="1299052" cy="822948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B1EF3FE-C3C3-B379-0382-C95CBE0F89FB}"/>
              </a:ext>
            </a:extLst>
          </p:cNvPr>
          <p:cNvSpPr txBox="1"/>
          <p:nvPr/>
        </p:nvSpPr>
        <p:spPr>
          <a:xfrm>
            <a:off x="9073191" y="6036852"/>
            <a:ext cx="1617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448A67C-BEDE-77A4-84C2-38469D22BB82}"/>
              </a:ext>
            </a:extLst>
          </p:cNvPr>
          <p:cNvSpPr txBox="1"/>
          <p:nvPr/>
        </p:nvSpPr>
        <p:spPr>
          <a:xfrm>
            <a:off x="4568107" y="6682275"/>
            <a:ext cx="145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R/R0 &lt; </a:t>
            </a:r>
            <a:b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endParaRPr lang="ko-KR" altLang="en-US" sz="14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833157A-A714-B932-CB9E-9BD91C2075F7}"/>
              </a:ext>
            </a:extLst>
          </p:cNvPr>
          <p:cNvSpPr txBox="1"/>
          <p:nvPr/>
        </p:nvSpPr>
        <p:spPr>
          <a:xfrm>
            <a:off x="7578957" y="6682275"/>
            <a:ext cx="137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R/R0 &gt; threshold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93F606F-2C24-60F3-BC29-56601C22E285}"/>
              </a:ext>
            </a:extLst>
          </p:cNvPr>
          <p:cNvSpPr txBox="1"/>
          <p:nvPr/>
        </p:nvSpPr>
        <p:spPr>
          <a:xfrm>
            <a:off x="10337963" y="6682275"/>
            <a:ext cx="145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R/R0 &lt; </a:t>
            </a:r>
            <a:b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  <a:endParaRPr lang="ko-KR" altLang="en-US" sz="14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EF5FBE2-3F02-5DA3-D9E4-176B38B7F049}"/>
              </a:ext>
            </a:extLst>
          </p:cNvPr>
          <p:cNvSpPr txBox="1"/>
          <p:nvPr/>
        </p:nvSpPr>
        <p:spPr>
          <a:xfrm>
            <a:off x="7603000" y="5955733"/>
            <a:ext cx="137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detection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E11DB95-474C-0054-0308-56B4D20FAF10}"/>
              </a:ext>
            </a:extLst>
          </p:cNvPr>
          <p:cNvSpPr txBox="1"/>
          <p:nvPr/>
        </p:nvSpPr>
        <p:spPr>
          <a:xfrm>
            <a:off x="4649424" y="6031521"/>
            <a:ext cx="137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b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E10FAD9-8214-D1B9-BCA6-1CE9913AF51F}"/>
              </a:ext>
            </a:extLst>
          </p:cNvPr>
          <p:cNvSpPr txBox="1"/>
          <p:nvPr/>
        </p:nvSpPr>
        <p:spPr>
          <a:xfrm>
            <a:off x="10381995" y="5962861"/>
            <a:ext cx="1378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b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4" name="그림 143">
            <a:extLst>
              <a:ext uri="{FF2B5EF4-FFF2-40B4-BE49-F238E27FC236}">
                <a16:creationId xmlns:a16="http://schemas.microsoft.com/office/drawing/2014/main" id="{846E4FE4-E463-F1BF-ACCC-2814E6C9104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446417" y="7889505"/>
            <a:ext cx="1163382" cy="1175838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F23805DD-4979-BB2D-838C-A6F4C43081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4802" y="7889506"/>
            <a:ext cx="1386012" cy="1175838"/>
          </a:xfrm>
          <a:prstGeom prst="rect">
            <a:avLst/>
          </a:prstGeom>
        </p:spPr>
      </p:pic>
      <p:pic>
        <p:nvPicPr>
          <p:cNvPr id="146" name="그림 145">
            <a:extLst>
              <a:ext uri="{FF2B5EF4-FFF2-40B4-BE49-F238E27FC236}">
                <a16:creationId xmlns:a16="http://schemas.microsoft.com/office/drawing/2014/main" id="{724412BF-2667-334F-CE02-7763B48FD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9251" y="7889505"/>
            <a:ext cx="1386012" cy="1175838"/>
          </a:xfrm>
          <a:prstGeom prst="rect">
            <a:avLst/>
          </a:prstGeom>
        </p:spPr>
      </p:pic>
      <p:sp>
        <p:nvSpPr>
          <p:cNvPr id="147" name="화살표: 오른쪽 146">
            <a:extLst>
              <a:ext uri="{FF2B5EF4-FFF2-40B4-BE49-F238E27FC236}">
                <a16:creationId xmlns:a16="http://schemas.microsoft.com/office/drawing/2014/main" id="{7BFA56F4-93E3-A5B1-DDD1-A98EE2CD97EE}"/>
              </a:ext>
            </a:extLst>
          </p:cNvPr>
          <p:cNvSpPr/>
          <p:nvPr/>
        </p:nvSpPr>
        <p:spPr>
          <a:xfrm rot="5400000">
            <a:off x="4458367" y="6785396"/>
            <a:ext cx="39511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화살표: 오른쪽 147">
            <a:extLst>
              <a:ext uri="{FF2B5EF4-FFF2-40B4-BE49-F238E27FC236}">
                <a16:creationId xmlns:a16="http://schemas.microsoft.com/office/drawing/2014/main" id="{F6C7D698-56C8-B7E4-B98D-6110C455BD26}"/>
              </a:ext>
            </a:extLst>
          </p:cNvPr>
          <p:cNvSpPr/>
          <p:nvPr/>
        </p:nvSpPr>
        <p:spPr>
          <a:xfrm rot="5400000">
            <a:off x="7381401" y="6785396"/>
            <a:ext cx="39511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화살표: 오른쪽 148">
            <a:extLst>
              <a:ext uri="{FF2B5EF4-FFF2-40B4-BE49-F238E27FC236}">
                <a16:creationId xmlns:a16="http://schemas.microsoft.com/office/drawing/2014/main" id="{BBDBC0E2-7E11-BC91-050E-BDAF47BE112A}"/>
              </a:ext>
            </a:extLst>
          </p:cNvPr>
          <p:cNvSpPr/>
          <p:nvPr/>
        </p:nvSpPr>
        <p:spPr>
          <a:xfrm rot="5400000">
            <a:off x="10212374" y="6785396"/>
            <a:ext cx="39511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2ACE89C-07CF-61BD-96B9-A8508681B668}"/>
              </a:ext>
            </a:extLst>
          </p:cNvPr>
          <p:cNvSpPr txBox="1"/>
          <p:nvPr/>
        </p:nvSpPr>
        <p:spPr>
          <a:xfrm>
            <a:off x="4650189" y="8215814"/>
            <a:ext cx="145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Bioinformation</a:t>
            </a:r>
          </a:p>
          <a:p>
            <a:pPr algn="ctr"/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7E23251-BFC7-4E70-38AC-3E4364D7BB16}"/>
              </a:ext>
            </a:extLst>
          </p:cNvPr>
          <p:cNvSpPr txBox="1"/>
          <p:nvPr/>
        </p:nvSpPr>
        <p:spPr>
          <a:xfrm>
            <a:off x="7701568" y="8215814"/>
            <a:ext cx="145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Bioinformation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blocked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0DF6BB8-2A5F-DD85-CB9D-C4812914C5A9}"/>
              </a:ext>
            </a:extLst>
          </p:cNvPr>
          <p:cNvSpPr txBox="1"/>
          <p:nvPr/>
        </p:nvSpPr>
        <p:spPr>
          <a:xfrm>
            <a:off x="10655263" y="8215814"/>
            <a:ext cx="145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Bioinformation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blocked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77FD21B-7B5E-EA98-0E86-7CEC8B21BC9B}"/>
              </a:ext>
            </a:extLst>
          </p:cNvPr>
          <p:cNvSpPr txBox="1"/>
          <p:nvPr/>
        </p:nvSpPr>
        <p:spPr>
          <a:xfrm>
            <a:off x="614911" y="1014877"/>
            <a:ext cx="2184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Concept image</a:t>
            </a:r>
          </a:p>
          <a:p>
            <a:pPr algn="ctr"/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(example)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A15D30B-EB55-9D92-6E92-E41101D5F2CD}"/>
              </a:ext>
            </a:extLst>
          </p:cNvPr>
          <p:cNvSpPr txBox="1"/>
          <p:nvPr/>
        </p:nvSpPr>
        <p:spPr>
          <a:xfrm>
            <a:off x="3104707" y="3760504"/>
            <a:ext cx="4936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ko-KR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B64B613-F80E-0125-80E4-B5C979385C93}"/>
              </a:ext>
            </a:extLst>
          </p:cNvPr>
          <p:cNvSpPr txBox="1"/>
          <p:nvPr/>
        </p:nvSpPr>
        <p:spPr>
          <a:xfrm>
            <a:off x="5960541" y="3760504"/>
            <a:ext cx="4936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ko-KR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91B9525-3928-405F-C75C-892F29FD82E6}"/>
              </a:ext>
            </a:extLst>
          </p:cNvPr>
          <p:cNvSpPr txBox="1"/>
          <p:nvPr/>
        </p:nvSpPr>
        <p:spPr>
          <a:xfrm>
            <a:off x="8781228" y="3760504"/>
            <a:ext cx="4936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ko-KR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35BF37C-DB0B-FD90-339A-AEDD519CAFDC}"/>
              </a:ext>
            </a:extLst>
          </p:cNvPr>
          <p:cNvSpPr txBox="1"/>
          <p:nvPr/>
        </p:nvSpPr>
        <p:spPr>
          <a:xfrm>
            <a:off x="4777087" y="1806083"/>
            <a:ext cx="169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PUF key</a:t>
            </a:r>
          </a:p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E17A3A8-339A-2529-A83A-920D8354DADB}"/>
              </a:ext>
            </a:extLst>
          </p:cNvPr>
          <p:cNvSpPr txBox="1"/>
          <p:nvPr/>
        </p:nvSpPr>
        <p:spPr>
          <a:xfrm>
            <a:off x="4526281" y="5175533"/>
            <a:ext cx="137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PUF match</a:t>
            </a:r>
            <a:endParaRPr lang="ko-KR" altLang="en-US" sz="16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DC0222E-580B-486A-63D8-4B334D9A848D}"/>
              </a:ext>
            </a:extLst>
          </p:cNvPr>
          <p:cNvSpPr txBox="1"/>
          <p:nvPr/>
        </p:nvSpPr>
        <p:spPr>
          <a:xfrm>
            <a:off x="7449900" y="5175533"/>
            <a:ext cx="1378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PUF match</a:t>
            </a:r>
            <a:endParaRPr lang="ko-KR" altLang="en-US" sz="16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630C04D-4562-0E64-339E-9F81679E68FC}"/>
              </a:ext>
            </a:extLst>
          </p:cNvPr>
          <p:cNvSpPr txBox="1"/>
          <p:nvPr/>
        </p:nvSpPr>
        <p:spPr>
          <a:xfrm>
            <a:off x="10337963" y="5052423"/>
            <a:ext cx="137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PUF mismatch</a:t>
            </a:r>
            <a:endParaRPr lang="ko-KR" alt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0454A65-EB99-4CEC-7C15-B133453156FB}"/>
              </a:ext>
            </a:extLst>
          </p:cNvPr>
          <p:cNvSpPr txBox="1"/>
          <p:nvPr/>
        </p:nvSpPr>
        <p:spPr>
          <a:xfrm>
            <a:off x="6174347" y="1806083"/>
            <a:ext cx="169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Resistance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301A5541-A5C8-B6AD-E094-572B8599DAB6}"/>
              </a:ext>
            </a:extLst>
          </p:cNvPr>
          <p:cNvCxnSpPr>
            <a:cxnSpLocks/>
          </p:cNvCxnSpPr>
          <p:nvPr/>
        </p:nvCxnSpPr>
        <p:spPr>
          <a:xfrm>
            <a:off x="5958840" y="2636648"/>
            <a:ext cx="532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왼쪽 대괄호 163">
            <a:extLst>
              <a:ext uri="{FF2B5EF4-FFF2-40B4-BE49-F238E27FC236}">
                <a16:creationId xmlns:a16="http://schemas.microsoft.com/office/drawing/2014/main" id="{253A0810-491D-D69E-A051-C91723E7E651}"/>
              </a:ext>
            </a:extLst>
          </p:cNvPr>
          <p:cNvSpPr/>
          <p:nvPr/>
        </p:nvSpPr>
        <p:spPr>
          <a:xfrm>
            <a:off x="7672364" y="2100259"/>
            <a:ext cx="204413" cy="875751"/>
          </a:xfrm>
          <a:prstGeom prst="leftBracket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83811218-C48F-72FD-DF27-B9F55EE9E119}"/>
              </a:ext>
            </a:extLst>
          </p:cNvPr>
          <p:cNvCxnSpPr>
            <a:cxnSpLocks/>
          </p:cNvCxnSpPr>
          <p:nvPr/>
        </p:nvCxnSpPr>
        <p:spPr>
          <a:xfrm>
            <a:off x="7447808" y="2631042"/>
            <a:ext cx="224591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6" name="그림 165" descr="패턴, 스케치, 패브릭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9D08AC-341E-5DF7-D4ED-861A94E29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985" y="2376640"/>
            <a:ext cx="599370" cy="599370"/>
          </a:xfrm>
          <a:prstGeom prst="rect">
            <a:avLst/>
          </a:prstGeom>
        </p:spPr>
      </p:pic>
      <p:pic>
        <p:nvPicPr>
          <p:cNvPr id="167" name="그림 166">
            <a:extLst>
              <a:ext uri="{FF2B5EF4-FFF2-40B4-BE49-F238E27FC236}">
                <a16:creationId xmlns:a16="http://schemas.microsoft.com/office/drawing/2014/main" id="{4EDA6D64-DEF7-A420-A5E8-2D8EA69CA5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5735" y="2382604"/>
            <a:ext cx="937488" cy="730472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1ADC5595-88AD-7FC8-E287-2DBCEF0250D1}"/>
              </a:ext>
            </a:extLst>
          </p:cNvPr>
          <p:cNvSpPr txBox="1"/>
          <p:nvPr/>
        </p:nvSpPr>
        <p:spPr>
          <a:xfrm>
            <a:off x="7604965" y="1865895"/>
            <a:ext cx="14587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R/R0 &lt; </a:t>
            </a:r>
            <a:b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</a:t>
            </a:r>
          </a:p>
          <a:p>
            <a:pPr algn="ctr"/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(normal)</a:t>
            </a:r>
            <a:endParaRPr lang="ko-KR" altLang="en-US" sz="14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2F70B68-44C7-DEE7-5272-747F3A5F691C}"/>
              </a:ext>
            </a:extLst>
          </p:cNvPr>
          <p:cNvSpPr txBox="1"/>
          <p:nvPr/>
        </p:nvSpPr>
        <p:spPr>
          <a:xfrm>
            <a:off x="7647519" y="2714830"/>
            <a:ext cx="1378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(R/R0 &gt; threshold</a:t>
            </a:r>
          </a:p>
          <a:p>
            <a:pPr algn="ctr"/>
            <a:r>
              <a:rPr lang="en-US" altLang="ko-KR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ttack</a:t>
            </a:r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6F393112-78EC-A1A5-792B-BFAEF583D72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8968622" y="1867940"/>
            <a:ext cx="738816" cy="622701"/>
          </a:xfrm>
          <a:prstGeom prst="rect">
            <a:avLst/>
          </a:prstGeom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70431E1C-C90C-F421-72EC-6BB4C26512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5105" y="2562347"/>
            <a:ext cx="749162" cy="645644"/>
          </a:xfrm>
          <a:prstGeom prst="rect">
            <a:avLst/>
          </a:prstGeom>
        </p:spPr>
      </p:pic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905B2D81-A3B5-65CA-D4D6-BDC8B9512CBD}"/>
              </a:ext>
            </a:extLst>
          </p:cNvPr>
          <p:cNvCxnSpPr>
            <a:cxnSpLocks/>
          </p:cNvCxnSpPr>
          <p:nvPr/>
        </p:nvCxnSpPr>
        <p:spPr>
          <a:xfrm>
            <a:off x="8691563" y="2100259"/>
            <a:ext cx="233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A67FCD21-32E8-1DF2-3C4A-55945DC6BF17}"/>
              </a:ext>
            </a:extLst>
          </p:cNvPr>
          <p:cNvSpPr txBox="1"/>
          <p:nvPr/>
        </p:nvSpPr>
        <p:spPr>
          <a:xfrm>
            <a:off x="10104575" y="1833824"/>
            <a:ext cx="169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Bioinformation</a:t>
            </a:r>
          </a:p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3A2FC2A-51DA-2ECB-5E14-DD7DEBEBF059}"/>
              </a:ext>
            </a:extLst>
          </p:cNvPr>
          <p:cNvSpPr txBox="1"/>
          <p:nvPr/>
        </p:nvSpPr>
        <p:spPr>
          <a:xfrm>
            <a:off x="10094982" y="2605832"/>
            <a:ext cx="1692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Bioinformation</a:t>
            </a:r>
          </a:p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blocked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721030B7-CC60-9549-74E6-280FAC5C4C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433" y="1963052"/>
            <a:ext cx="319603" cy="343979"/>
          </a:xfrm>
          <a:prstGeom prst="rect">
            <a:avLst/>
          </a:prstGeom>
        </p:spPr>
      </p:pic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1C24F413-FC68-CA24-0268-81AB19D7F9B5}"/>
              </a:ext>
            </a:extLst>
          </p:cNvPr>
          <p:cNvCxnSpPr>
            <a:cxnSpLocks/>
          </p:cNvCxnSpPr>
          <p:nvPr/>
        </p:nvCxnSpPr>
        <p:spPr>
          <a:xfrm>
            <a:off x="8751631" y="2976010"/>
            <a:ext cx="1731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7" name="그림 176">
            <a:extLst>
              <a:ext uri="{FF2B5EF4-FFF2-40B4-BE49-F238E27FC236}">
                <a16:creationId xmlns:a16="http://schemas.microsoft.com/office/drawing/2014/main" id="{57386BF6-BBDD-DD73-1EA3-6C8BEB62EC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2408" y="2690985"/>
            <a:ext cx="393651" cy="388367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128A3066-A800-9600-6BDF-64E4340D4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172" y="3053292"/>
            <a:ext cx="597197" cy="597197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60D90E6D-39D0-6A47-9DFC-5AC3CAF73465}"/>
              </a:ext>
            </a:extLst>
          </p:cNvPr>
          <p:cNvSpPr txBox="1"/>
          <p:nvPr/>
        </p:nvSpPr>
        <p:spPr>
          <a:xfrm>
            <a:off x="5409932" y="2668233"/>
            <a:ext cx="145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</a:t>
            </a:r>
            <a:endParaRPr lang="ko-KR" altLang="en-US" sz="1400" dirty="0">
              <a:solidFill>
                <a:srgbClr val="336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ECD6F4AD-9159-EE24-6B4B-E910DD8975CA}"/>
              </a:ext>
            </a:extLst>
          </p:cNvPr>
          <p:cNvCxnSpPr>
            <a:cxnSpLocks/>
          </p:cNvCxnSpPr>
          <p:nvPr/>
        </p:nvCxnSpPr>
        <p:spPr>
          <a:xfrm>
            <a:off x="5646420" y="3521075"/>
            <a:ext cx="3710940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90F683CC-1EE3-BB93-75C8-591C9E94254E}"/>
              </a:ext>
            </a:extLst>
          </p:cNvPr>
          <p:cNvCxnSpPr>
            <a:cxnSpLocks/>
          </p:cNvCxnSpPr>
          <p:nvPr/>
        </p:nvCxnSpPr>
        <p:spPr>
          <a:xfrm flipV="1">
            <a:off x="9351128" y="3218653"/>
            <a:ext cx="0" cy="29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768B2A52-C612-15B7-6614-6509E98D651D}"/>
              </a:ext>
            </a:extLst>
          </p:cNvPr>
          <p:cNvSpPr txBox="1"/>
          <p:nvPr/>
        </p:nvSpPr>
        <p:spPr>
          <a:xfrm>
            <a:off x="5623569" y="3251841"/>
            <a:ext cx="1378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Mismatch</a:t>
            </a:r>
            <a:endParaRPr lang="ko-KR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화살표: 오른쪽 182">
            <a:extLst>
              <a:ext uri="{FF2B5EF4-FFF2-40B4-BE49-F238E27FC236}">
                <a16:creationId xmlns:a16="http://schemas.microsoft.com/office/drawing/2014/main" id="{0DBC5D09-9F30-C4E4-A13D-FD0EFBB09FCF}"/>
              </a:ext>
            </a:extLst>
          </p:cNvPr>
          <p:cNvSpPr/>
          <p:nvPr/>
        </p:nvSpPr>
        <p:spPr>
          <a:xfrm rot="5400000">
            <a:off x="4497461" y="5023830"/>
            <a:ext cx="26105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화살표: 오른쪽 183">
            <a:extLst>
              <a:ext uri="{FF2B5EF4-FFF2-40B4-BE49-F238E27FC236}">
                <a16:creationId xmlns:a16="http://schemas.microsoft.com/office/drawing/2014/main" id="{8A295F4F-1CFE-7087-48AA-392F26E9E1D8}"/>
              </a:ext>
            </a:extLst>
          </p:cNvPr>
          <p:cNvSpPr/>
          <p:nvPr/>
        </p:nvSpPr>
        <p:spPr>
          <a:xfrm rot="5400000">
            <a:off x="7420495" y="5023830"/>
            <a:ext cx="26105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969185C9-335D-9C9C-9A47-EDB9DD6002F0}"/>
              </a:ext>
            </a:extLst>
          </p:cNvPr>
          <p:cNvSpPr/>
          <p:nvPr/>
        </p:nvSpPr>
        <p:spPr>
          <a:xfrm rot="5400000">
            <a:off x="10251468" y="5023830"/>
            <a:ext cx="261051" cy="1602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6" name="그림 185" descr="패턴, 스케치, 패브릭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DD312A-2000-C9C2-EA36-0C8B632EA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80" y="2632278"/>
            <a:ext cx="597197" cy="597197"/>
          </a:xfrm>
          <a:prstGeom prst="rect">
            <a:avLst/>
          </a:prstGeom>
        </p:spPr>
      </p:pic>
      <p:pic>
        <p:nvPicPr>
          <p:cNvPr id="187" name="그림 186">
            <a:extLst>
              <a:ext uri="{FF2B5EF4-FFF2-40B4-BE49-F238E27FC236}">
                <a16:creationId xmlns:a16="http://schemas.microsoft.com/office/drawing/2014/main" id="{159EB313-9818-FE9C-99D8-C16D06B7E10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943186" y="3014032"/>
            <a:ext cx="621302" cy="622701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1518440A-83FC-CB11-E1AC-EDF57E9A8843}"/>
              </a:ext>
            </a:extLst>
          </p:cNvPr>
          <p:cNvSpPr txBox="1"/>
          <p:nvPr/>
        </p:nvSpPr>
        <p:spPr>
          <a:xfrm>
            <a:off x="3136169" y="1806139"/>
            <a:ext cx="1692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PUF authorization</a:t>
            </a:r>
          </a:p>
          <a:p>
            <a:pPr algn="ctr"/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(initial state)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화살표: 오른쪽 188">
            <a:extLst>
              <a:ext uri="{FF2B5EF4-FFF2-40B4-BE49-F238E27FC236}">
                <a16:creationId xmlns:a16="http://schemas.microsoft.com/office/drawing/2014/main" id="{9B6BF161-CE31-D03D-48CD-6C1062EA9694}"/>
              </a:ext>
            </a:extLst>
          </p:cNvPr>
          <p:cNvSpPr/>
          <p:nvPr/>
        </p:nvSpPr>
        <p:spPr>
          <a:xfrm>
            <a:off x="4679997" y="2192985"/>
            <a:ext cx="468117" cy="13009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893854E-FD6B-D03B-B247-56FEF27B14FA}"/>
              </a:ext>
            </a:extLst>
          </p:cNvPr>
          <p:cNvSpPr txBox="1"/>
          <p:nvPr/>
        </p:nvSpPr>
        <p:spPr>
          <a:xfrm>
            <a:off x="3618131" y="2943799"/>
            <a:ext cx="6862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effectLst>
                  <a:glow rad="127000">
                    <a:srgbClr val="FF0000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endParaRPr lang="ko-KR" altLang="en-US" sz="1600" dirty="0">
              <a:solidFill>
                <a:schemeClr val="bg1"/>
              </a:solidFill>
              <a:effectLst>
                <a:glow rad="127000">
                  <a:srgbClr val="FF0000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제목 1">
            <a:extLst>
              <a:ext uri="{FF2B5EF4-FFF2-40B4-BE49-F238E27FC236}">
                <a16:creationId xmlns:a16="http://schemas.microsoft.com/office/drawing/2014/main" id="{F13C1602-ED35-2A70-4141-B2457002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16" y="210431"/>
            <a:ext cx="10515600" cy="874616"/>
          </a:xfrm>
        </p:spPr>
        <p:txBody>
          <a:bodyPr/>
          <a:lstStyle/>
          <a:p>
            <a:r>
              <a:rPr lang="en-US" altLang="ko-KR" dirty="0"/>
              <a:t>Application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60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04A27-C9DF-A15D-D250-B4947C69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dirty="0">
                <a:cs typeface="Arial" panose="020B0604020202020204" pitchFamily="34" charset="0"/>
              </a:rPr>
              <a:t>Before/After PDMS capping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F6FDDF-13C9-7CE0-4831-6AFC21FA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6B733-ECD5-32DA-E753-3A9F2A8A15BF}"/>
              </a:ext>
            </a:extLst>
          </p:cNvPr>
          <p:cNvSpPr txBox="1"/>
          <p:nvPr/>
        </p:nvSpPr>
        <p:spPr>
          <a:xfrm>
            <a:off x="7009714" y="1167357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3823A-B4B5-FECD-EEC4-6F07FD0EB641}"/>
              </a:ext>
            </a:extLst>
          </p:cNvPr>
          <p:cNvSpPr txBox="1"/>
          <p:nvPr/>
        </p:nvSpPr>
        <p:spPr>
          <a:xfrm>
            <a:off x="4266653" y="113924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5A7D62-A0B2-A050-1D65-4ACD7E226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16" y="1569239"/>
            <a:ext cx="2520000" cy="252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49D508-E6E5-92A6-792F-57AE87EE6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16" y="4293766"/>
            <a:ext cx="2520000" cy="25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E2E5A9-471C-C23F-811C-20B2CF123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59" y="1562768"/>
            <a:ext cx="2520000" cy="252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DE9CB0-30CC-866F-5955-9D130E589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59" y="4293766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49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0A8E6-29EE-AE7E-D6BD-BBA707DE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Random 10 of PUF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FE196-C164-C004-C6C5-357E420A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ABB6D4-E163-E10E-09B3-16CB8B740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32" y="2985513"/>
            <a:ext cx="1080000" cy="108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F4565C-4203-7332-CA02-6660A9909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32" y="1591148"/>
            <a:ext cx="1080000" cy="108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F19A0E-CF60-E3E9-2855-B5D6F18DF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24" y="2985513"/>
            <a:ext cx="1080000" cy="108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BC7882-9A6B-846E-C8A1-627A603D5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24" y="1591148"/>
            <a:ext cx="1080000" cy="108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88A2D5-0FE5-0F78-B004-3DF16957B4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216" y="2985513"/>
            <a:ext cx="1080000" cy="108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29FED2-88AA-2983-2C27-09B2C4DAC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216" y="1591148"/>
            <a:ext cx="1080000" cy="108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D8DA10-6705-A847-D0F7-BA90B7A3D2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08" y="2985513"/>
            <a:ext cx="1080000" cy="108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A3BD85F-CA59-F741-CF63-B9DA3B69EC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08" y="1591148"/>
            <a:ext cx="1080000" cy="108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02B8115-4755-3E90-374A-8D1E25CAA5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85513"/>
            <a:ext cx="1080000" cy="108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36287F4-A350-7563-79A1-360EF8CEBC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91148"/>
            <a:ext cx="1080000" cy="108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2AA07F-4F6D-DFE6-D472-DD6D2B6A7E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392" y="2985513"/>
            <a:ext cx="1080000" cy="108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92A8114-95D7-F68A-BCAB-CB0EA646A9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392" y="1591148"/>
            <a:ext cx="1080000" cy="108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CB0D1C6-987C-8781-945E-DE4D9C8162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784" y="2985513"/>
            <a:ext cx="1080000" cy="1080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A7843D8-68B0-9DA9-6A30-D1197136B1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784" y="1591148"/>
            <a:ext cx="1080000" cy="108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7D062F2-48C9-5CFA-C387-CD72F0BFB2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175" y="2985513"/>
            <a:ext cx="10800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CCC8E00-B1C1-88CC-116E-D05EAED608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175" y="1591148"/>
            <a:ext cx="1080000" cy="108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838740F-8CFF-3BA6-FE78-30A14FEB2B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32" y="5679231"/>
            <a:ext cx="1080000" cy="108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0AF6448-5D4F-6267-49EC-411DBF75F8B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32" y="4379878"/>
            <a:ext cx="1080000" cy="108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7897DA8-5AEA-D717-6400-6DDD951898F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24" y="5679231"/>
            <a:ext cx="1080000" cy="108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2E1BC61-D6CE-B840-0197-5FD6885A963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24" y="4379878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26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50338-DDEF-6F76-80F7-B6379DCD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5EE3-BCDF-46D7-BA86-8C3E2F513E4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5D5DBD-D9C3-636F-146D-C5263B07615B}"/>
              </a:ext>
            </a:extLst>
          </p:cNvPr>
          <p:cNvGrpSpPr/>
          <p:nvPr/>
        </p:nvGrpSpPr>
        <p:grpSpPr>
          <a:xfrm>
            <a:off x="416693" y="1192315"/>
            <a:ext cx="4641324" cy="7840686"/>
            <a:chOff x="350560" y="436130"/>
            <a:chExt cx="4459288" cy="753316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A79703C-661D-3472-55CC-3112114FF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03" t="15000" b="31250"/>
            <a:stretch>
              <a:fillRect/>
            </a:stretch>
          </p:blipFill>
          <p:spPr>
            <a:xfrm>
              <a:off x="350560" y="436130"/>
              <a:ext cx="4459288" cy="3686175"/>
            </a:xfrm>
            <a:prstGeom prst="rect">
              <a:avLst/>
            </a:prstGeom>
          </p:spPr>
        </p:pic>
        <p:sp>
          <p:nvSpPr>
            <p:cNvPr id="12" name="TextBox 99">
              <a:extLst>
                <a:ext uri="{FF2B5EF4-FFF2-40B4-BE49-F238E27FC236}">
                  <a16:creationId xmlns:a16="http://schemas.microsoft.com/office/drawing/2014/main" id="{A10C5786-17E4-3355-8063-7997C2C4D0FF}"/>
                </a:ext>
              </a:extLst>
            </p:cNvPr>
            <p:cNvSpPr txBox="1"/>
            <p:nvPr/>
          </p:nvSpPr>
          <p:spPr>
            <a:xfrm>
              <a:off x="2967809" y="1928850"/>
              <a:ext cx="1224713" cy="354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bg1"/>
                  </a:solidFill>
                  <a:effectLst>
                    <a:glow rad="127000">
                      <a:schemeClr val="tx1"/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Mouse ear</a:t>
              </a:r>
              <a:endParaRPr lang="ko-KR" alt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01">
              <a:extLst>
                <a:ext uri="{FF2B5EF4-FFF2-40B4-BE49-F238E27FC236}">
                  <a16:creationId xmlns:a16="http://schemas.microsoft.com/office/drawing/2014/main" id="{27949C0F-2887-94B4-A793-68997BEB4A23}"/>
                </a:ext>
              </a:extLst>
            </p:cNvPr>
            <p:cNvSpPr txBox="1"/>
            <p:nvPr/>
          </p:nvSpPr>
          <p:spPr>
            <a:xfrm>
              <a:off x="3151674" y="532668"/>
              <a:ext cx="1569703" cy="620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bg1"/>
                  </a:solidFill>
                  <a:effectLst>
                    <a:glow rad="127000">
                      <a:schemeClr val="tx1"/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Photoacoustic</a:t>
              </a:r>
            </a:p>
            <a:p>
              <a:pPr algn="ctr"/>
              <a:r>
                <a:rPr lang="en-US" altLang="ko-KR" dirty="0">
                  <a:solidFill>
                    <a:schemeClr val="bg1"/>
                  </a:solidFill>
                  <a:effectLst>
                    <a:glow rad="127000">
                      <a:schemeClr val="tx1"/>
                    </a:glo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microscopy</a:t>
              </a:r>
              <a:endParaRPr lang="ko-KR" alt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631E4AE-9A2C-1409-9B79-A8E59BD1E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930" r="13303" b="6320"/>
            <a:stretch>
              <a:fillRect/>
            </a:stretch>
          </p:blipFill>
          <p:spPr>
            <a:xfrm>
              <a:off x="350560" y="4283125"/>
              <a:ext cx="4459288" cy="3686174"/>
            </a:xfrm>
            <a:prstGeom prst="rect">
              <a:avLst/>
            </a:prstGeom>
            <a:ln w="25400">
              <a:solidFill>
                <a:srgbClr val="FF0000"/>
              </a:solidFill>
              <a:prstDash val="dash"/>
            </a:ln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ADD5DC81-02A8-8E6A-9C6A-040BE14BEB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10" t="36917" r="35240" b="29168"/>
          <a:stretch>
            <a:fillRect/>
          </a:stretch>
        </p:blipFill>
        <p:spPr>
          <a:xfrm>
            <a:off x="6864262" y="6431250"/>
            <a:ext cx="3860799" cy="18578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0D0FC58-8448-8AE0-1CDB-7EABE9C06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010" y="1535006"/>
            <a:ext cx="6303297" cy="4727473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E746CB0-221E-A316-47FB-8FAD4B5984D5}"/>
              </a:ext>
            </a:extLst>
          </p:cNvPr>
          <p:cNvCxnSpPr>
            <a:cxnSpLocks/>
          </p:cNvCxnSpPr>
          <p:nvPr/>
        </p:nvCxnSpPr>
        <p:spPr>
          <a:xfrm flipV="1">
            <a:off x="6573976" y="3823572"/>
            <a:ext cx="4528457" cy="12828"/>
          </a:xfrm>
          <a:prstGeom prst="line">
            <a:avLst/>
          </a:prstGeom>
          <a:ln w="38100">
            <a:solidFill>
              <a:srgbClr val="00B0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15D5FBD-48CA-8C13-FBC9-1522CDD5F376}"/>
              </a:ext>
            </a:extLst>
          </p:cNvPr>
          <p:cNvCxnSpPr>
            <a:endCxn id="6" idx="1"/>
          </p:cNvCxnSpPr>
          <p:nvPr/>
        </p:nvCxnSpPr>
        <p:spPr>
          <a:xfrm rot="16200000" flipH="1">
            <a:off x="4957237" y="5453139"/>
            <a:ext cx="3523764" cy="290286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7">
            <a:extLst>
              <a:ext uri="{FF2B5EF4-FFF2-40B4-BE49-F238E27FC236}">
                <a16:creationId xmlns:a16="http://schemas.microsoft.com/office/drawing/2014/main" id="{7C5D9A8B-7EB7-FA0B-20F1-89B947340348}"/>
              </a:ext>
            </a:extLst>
          </p:cNvPr>
          <p:cNvSpPr txBox="1"/>
          <p:nvPr/>
        </p:nvSpPr>
        <p:spPr>
          <a:xfrm>
            <a:off x="7253213" y="7825875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Blood vessels on mouse ear</a:t>
            </a:r>
            <a:endParaRPr lang="ko-KR" altLang="en-US" dirty="0"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65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502</Words>
  <Application>Microsoft Office PowerPoint</Application>
  <PresentationFormat>와이드스크린</PresentationFormat>
  <Paragraphs>224</Paragraphs>
  <Slides>13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ArnoPro-Regular</vt:lpstr>
      <vt:lpstr>ArnoPro-Smbd</vt:lpstr>
      <vt:lpstr>Noto Sans KR</vt:lpstr>
      <vt:lpstr>맑은 고딕</vt:lpstr>
      <vt:lpstr>Arial</vt:lpstr>
      <vt:lpstr>Office 테마</vt:lpstr>
      <vt:lpstr>Graph</vt:lpstr>
      <vt:lpstr>photoacoustic physical unclonable function for scalable and stretchable skin electronics</vt:lpstr>
      <vt:lpstr>Contents</vt:lpstr>
      <vt:lpstr>Fabrication Process</vt:lpstr>
      <vt:lpstr>PowerPoint 프레젠테이션</vt:lpstr>
      <vt:lpstr>Spin coating cycle – PUF parameter</vt:lpstr>
      <vt:lpstr>지표 설명</vt:lpstr>
      <vt:lpstr>PowerPoint 프레젠테이션</vt:lpstr>
      <vt:lpstr>PowerPoint 프레젠테이션</vt:lpstr>
      <vt:lpstr>PowerPoint 프레젠테이션</vt:lpstr>
      <vt:lpstr>Application</vt:lpstr>
      <vt:lpstr>Before/After PDMS capping</vt:lpstr>
      <vt:lpstr>Random 10 of PUF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박진홍</dc:creator>
  <cp:lastModifiedBy>박진홍</cp:lastModifiedBy>
  <cp:revision>9</cp:revision>
  <dcterms:created xsi:type="dcterms:W3CDTF">2026-08-08T10:56:49Z</dcterms:created>
  <dcterms:modified xsi:type="dcterms:W3CDTF">2026-08-10T04:55:09Z</dcterms:modified>
</cp:coreProperties>
</file>